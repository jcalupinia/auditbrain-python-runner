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Costo al cierre (auxiliar)</c:v>
                </c:pt>
                <c:pt idx="1">
                  <c:v>Depreciación del año recalculada</c:v>
                </c:pt>
                <c:pt idx="2">
                  <c:v>Depreciación del año registrada</c:v>
                </c:pt>
                <c:pt idx="3">
                  <c:v>Valor neto en libros recalculado (activ…</c:v>
                </c:pt>
                <c:pt idx="4">
                  <c:v>Pérdida por deterioro adicional</c:v>
                </c:pt>
                <c:pt idx="5">
                  <c:v>Deterioro a resultados</c:v>
                </c:pt>
                <c:pt idx="6">
                  <c:v>Capitalizable de préstamos específicos…</c:v>
                </c:pt>
                <c:pt idx="7">
                  <c:v>Capitalizable de préstamos generales (N…</c:v>
                </c:pt>
                <c:pt idx="8">
                  <c:v>Costos por préstamos incurridos en el p…</c:v>
                </c:pt>
                <c:pt idx="9">
                  <c:v>Costos por préstamos capitalizables del…</c:v>
                </c:pt>
                <c:pt idx="10">
                  <c:v>Ajuste de intereses capitalizados</c:v>
                </c:pt>
                <c:pt idx="11">
                  <c:v>Revaluación a otro resultado integral</c:v>
                </c:pt>
                <c:pt idx="12">
                  <c:v>Provisión de desmantelamiento (valor pr…</c:v>
                </c:pt>
                <c:pt idx="13">
                  <c:v>Desmantelamiento: cambio de estimación…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1297000.0</c:v>
                </c:pt>
                <c:pt idx="1">
                  <c:v>34031.92</c:v>
                </c:pt>
                <c:pt idx="2">
                  <c:v>37854.11</c:v>
                </c:pt>
                <c:pt idx="3">
                  <c:v>1037345.89</c:v>
                </c:pt>
                <c:pt idx="4">
                  <c:v>8000.0</c:v>
                </c:pt>
                <c:pt idx="5">
                  <c:v>8000.0</c:v>
                </c:pt>
                <c:pt idx="6">
                  <c:v>7800.0</c:v>
                </c:pt>
                <c:pt idx="7">
                  <c:v>4747.27</c:v>
                </c:pt>
                <c:pt idx="8">
                  <c:v>53000.0</c:v>
                </c:pt>
                <c:pt idx="9">
                  <c:v>12547.27</c:v>
                </c:pt>
                <c:pt idx="10">
                  <c:v>3547.27</c:v>
                </c:pt>
                <c:pt idx="11">
                  <c:v>60000.0</c:v>
                </c:pt>
                <c:pt idx="12">
                  <c:v>27919.74</c:v>
                </c:pt>
                <c:pt idx="13">
                  <c:v>27919.74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Revaluacion sin decremento previo</c:v>
                </c:pt>
                <c:pt idx="1">
                  <c:v>Totalmente depreciado en uso</c:v>
                </c:pt>
                <c:pt idx="2">
                  <c:v>Desmantelamiento no reconocido</c:v>
                </c:pt>
                <c:pt idx="3">
                  <c:v>Deterioro</c:v>
                </c:pt>
                <c:pt idx="4">
                  <c:v>Adicion gasto capitalizado</c:v>
                </c:pt>
                <c:pt idx="5">
                  <c:v>Intereses diferencia</c:v>
                </c:pt>
                <c:pt idx="6">
                  <c:v>Depreciacion diferente (×3)</c:v>
                </c:pt>
                <c:pt idx="7">
                  <c:v>Otros (3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60000.0</c:v>
                </c:pt>
                <c:pt idx="1">
                  <c:v>30000.0</c:v>
                </c:pt>
                <c:pt idx="2">
                  <c:v>27919.74</c:v>
                </c:pt>
                <c:pt idx="3">
                  <c:v>8000.0</c:v>
                </c:pt>
                <c:pt idx="4">
                  <c:v>5000.0</c:v>
                </c:pt>
                <c:pt idx="5">
                  <c:v>3547.27</c:v>
                </c:pt>
                <c:pt idx="6">
                  <c:v>2222.19</c:v>
                </c:pt>
                <c:pt idx="7">
                  <c:v>3231.92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Propiedad, planta y equipo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Efecto neto de los ajustes en resultados:  -2852.73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 al cierre (auxiliar)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1.297.000,00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Depreciación del año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34.031,92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Depreciación del año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37.854,11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depreciación (recalculada − registrada)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177,81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Valor neto en libros recalculado (activos medidos)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1.037.345,89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Pérdida por deterioro adicional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contra el superávit de revaluación (ORI)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a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en resultado de bajas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1.777,81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Capitalizable de préstamos específicos (NIC 23.12)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Capitalizable de préstamos generales (NIC 23.14)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4.747,27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Costos por préstamos incurridos en el período (tope NIC 23.14)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Costos por préstamos capitalizables del período (después del tope)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12.547,27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DEPRECIACION_DIFERENTE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VEH-01: depreciación recalculada 7.200,00 ≠ registrada 6.000,00 (NIC 16.50; PYMES 17.18).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DEPRECIACION_DIFERENTE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VEH-02: depreciación recalculada 2.677,81 ≠ registrada 2.700,00 (NIC 16.50; PYMES 17.18).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-22,19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TOTALMENTE_DEPRECIADO_EN_USO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MAQ-01-M: totalmente depreciado y aún en uso; revise la vida útil y el residual (NIC 16.51; PYMES 17.19).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METODO_NO_RECALCULADO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EQC-01: método «Unidades producidas» no se recalcula; pida el cálculo del cliente y evalúe el patrón de consumo (NIC 16.60–62).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DEPRECIACION_DIFERENTE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OBRA-01: depreciación recalculada 0,00 ≠ registrada 1.000,00 (NIC 16.50; PYMES 17.18).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DEPRECIACION_EN_CONSTRUCCION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OBRA-01: se registró depreciación de un activo que aún no está disponible para su uso (NIC 16.55; PYMES 17.20).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REVISAR_COMPONENTES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EDIF-01: elemento de costo 500.000,00 sin partes; confirme que no tiene partes significativas con vida distinta (NIC 16.43–44; PYMES 17.16).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BAJA_MAL_CALCULADA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VEH-02: resultado de la baja recalculado 3.277,81 ≠ registrado 1.500,00 (NIC 16.71; PYMES 17.30).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1.777,81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REVALUACION_CLASE_INCOMPLETA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Clase Terrenos: se revaluó una parte; también deben revaluarse TERR-02 (NIC 16.36; PYMES 17.15 y 17.15B).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MAQ-01: importe en libros 48.000,00 mayor que el importe recuperable 40.000,00 (NIC 36.59; PYMES 27.5).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REVALUACION_SIN_DECREMENTO_PREVIO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Activos revaluados sin el dato «decremento previo del mismo activo reconocido en resultados»: TERR-01. El aumento por revaluación va a resultados hasta revertir ese decremento anterior (NIC 16.39; PYMES 17.15C): indique el importe; mientras tanto el aumento queda íntegro en otro resultado integral.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TASA_CAPITALIZACION_DIFIERE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tasa de capitalización del parámetro (8.0000 %) no coincide con la media ponderada de los préstamos generales del anexo (8.8000 %): se usa la del anexo (NIC 23.14).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INTERESES_DIFERENCIA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OBRA-01: costos por préstamos capitalizables 12.547,27 ≠ capitalizados 9.000,00 (NIC 23.12 el específico, 23.14 los generales y el tope).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3.547,27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