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Sheet1!$A$2:$A$15</c:f>
              <c:strCache>
                <c:ptCount val="14"/>
                <c:pt idx="0">
                  <c:v>Activos biológicos auditados</c:v>
                </c:pt>
                <c:pt idx="1">
                  <c:v>Activos biológicos según el anexo (libr…</c:v>
                </c:pt>
                <c:pt idx="2">
                  <c:v>Ajuste propuesto (partidas medidas)</c:v>
                </c:pt>
                <c:pt idx="3">
                  <c:v>Activos biológicos según el mayor</c:v>
                </c:pt>
                <c:pt idx="4">
                  <c:v>Cambio de VR por cambios físicos (NIC 4…</c:v>
                </c:pt>
                <c:pt idx="5">
                  <c:v>Cambio de VR por precios (NIC 41.51)</c:v>
                </c:pt>
                <c:pt idx="6">
                  <c:v>Cambio total del VR menos costos de ven…</c:v>
                </c:pt>
                <c:pt idx="7">
                  <c:v>Ganancia por cambio de VR recalculada</c:v>
                </c:pt>
                <c:pt idx="8">
                  <c:v>Ganancia por cambio de VR registrada</c:v>
                </c:pt>
                <c:pt idx="9">
                  <c:v>Cambio de VR no reconocido (recalculado…</c:v>
                </c:pt>
                <c:pt idx="10">
                  <c:v>Plantas productoras fuera de NIC 41 (NI…</c:v>
                </c:pt>
                <c:pt idx="11">
                  <c:v>Cosecha a VR menos costos de venta</c:v>
                </c:pt>
                <c:pt idx="12">
                  <c:v>Cosecha registrada en inventario</c:v>
                </c:pt>
                <c:pt idx="13">
                  <c:v>Diferencia en la medición de la cosecha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1524120.0</c:v>
                </c:pt>
                <c:pt idx="1">
                  <c:v>1501800.0</c:v>
                </c:pt>
                <c:pt idx="2">
                  <c:v>22320.0</c:v>
                </c:pt>
                <c:pt idx="3">
                  <c:v>1500000.0</c:v>
                </c:pt>
                <c:pt idx="4">
                  <c:v>72190.0</c:v>
                </c:pt>
                <c:pt idx="5">
                  <c:v>118230.0</c:v>
                </c:pt>
                <c:pt idx="6">
                  <c:v>190420.0</c:v>
                </c:pt>
                <c:pt idx="7">
                  <c:v>174420.0</c:v>
                </c:pt>
                <c:pt idx="8">
                  <c:v>147100.0</c:v>
                </c:pt>
                <c:pt idx="9">
                  <c:v>27320.0</c:v>
                </c:pt>
                <c:pt idx="10">
                  <c:v>80000.0</c:v>
                </c:pt>
                <c:pt idx="11">
                  <c:v>796000.0</c:v>
                </c:pt>
                <c:pt idx="12">
                  <c:v>782000.0</c:v>
                </c:pt>
                <c:pt idx="13">
                  <c:v>14000.0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93A3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Sin conteo</c:v>
                </c:pt>
                <c:pt idx="1">
                  <c:v>Planta productora</c:v>
                </c:pt>
                <c:pt idx="2">
                  <c:v>Cambio vr no reconocido</c:v>
                </c:pt>
                <c:pt idx="3">
                  <c:v>Valoracion difiere</c:v>
                </c:pt>
                <c:pt idx="4">
                  <c:v>Cosecha no a vr</c:v>
                </c:pt>
                <c:pt idx="5">
                  <c:v>Modelo costo sin justificar</c:v>
                </c:pt>
                <c:pt idx="6">
                  <c:v>Deterioro costo</c:v>
                </c:pt>
                <c:pt idx="7">
                  <c:v>Otros (3 tipos)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130000.0</c:v>
                </c:pt>
                <c:pt idx="1">
                  <c:v>80000.0</c:v>
                </c:pt>
                <c:pt idx="2">
                  <c:v>27320.0</c:v>
                </c:pt>
                <c:pt idx="3">
                  <c:v>22320.0</c:v>
                </c:pt>
                <c:pt idx="4">
                  <c:v>14000.0</c:v>
                </c:pt>
                <c:pt idx="5">
                  <c:v>12240.0</c:v>
                </c:pt>
                <c:pt idx="6">
                  <c:v>4000.0</c:v>
                </c:pt>
                <c:pt idx="7">
                  <c:v>5080.0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000">
                  <a:solidFill>
                    <a:srgbClr val="4B556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>
                <a:solidFill>
                  <a:srgbClr val="0A234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Activos biológicos y agricultura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Cliente de muestra S.A. · corte 2025-12-31 · v1 · MUESTRA</a:t>
            </a:r>
          </a:p>
          <a:p>
            <a:r>
              <a:t>AuditConsulting Auditores Cía. Ltda. · AUDIT-IA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A2342"/>
                </a:solidFill>
              </a:rPr>
              <a:t>Cifras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2342"/>
                </a:solidFill>
              </a:rPr>
              <a:t>Ajuste propuesto (partidas medidas):  22320.00</a:t>
            </a:r>
          </a:p>
          <a:p>
            <a:r>
              <a:rPr sz="2000">
                <a:solidFill>
                  <a:srgbClr val="0A2342"/>
                </a:solidFill>
              </a:rPr>
              <a:t>Problemas encontrados: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Cifras del resumen (14 conceptos de mayor importe; el resto en la tabla)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Importes en USD, en el orden de la cédula de resumen. La tabla equivalente es la hoja «Resumen».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>
                <a:solidFill>
                  <a:srgbClr val="0A2342"/>
                </a:solidFill>
              </a:rPr>
              <a:t>Hallazgos de mayor impacto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B5563"/>
                </a:solidFill>
              </a:rPr>
              <a:t>Importe absoluto sumado por tipo de hallazgo; los 7 mayores y el resto en «Otros». El detalle está en la hoja «Problemas encontrados».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Resumen y ajuste propuesto (primeras filas; el detalle completo está en el Excel)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biológicos auditados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1.524.120,00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biológicos según el anexo (libros)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Ajuste propuesto (partidas medidas)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22.320,00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Activos biológicos según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1.500.000,00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anexo −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Diferencias físicas valorizadas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-2.280,00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Cambio de VR por cambios físicos (NIC 41.51)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72.190,00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Cambio de VR por precios (NIC 41.51)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118.230,00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Cambio total del VR menos costos de venta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190.420,00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Ganancia por cambio de VR recalculada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174.420,00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Ganancia por cambio de VR registrada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147.100,00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Cambio de VR no reconocido (recalculado − registrado)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27.320,00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 en la conciliación de cambios (NIC 41.50)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Problemas encontrados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Código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Descripción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Importe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DIFERENCIA_FISICA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Diferencias entre el conteo y los registros en 3 lote(s): G-01, G-04, C-02. Neto valorizado -2.280,00; ajuste las unidades e investigue la causa (mortalidad, robo, error de registro).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-2.280,00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SIN_CONTEO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 lote(s) sin cantidad contada (C-01): se usan los registros. Documente el recuento o la estimación de biomasa (NIA 501).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130.000,00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VALORACION_DIFIERE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medición auditada difiere del valor en libros en G-01, G-02, C-01, G-03, G-04, P-02, C-02: ajuste 22.320,00 (valor razonable menos costos de venta, NIC 41.12; modelo del costo cuando procede).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22.320,00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SIN_COSTO_VENTA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Sin costo de venta unitario en C-02: se toma 0. Los costos incrementales de venta se restan del VR (NIC 41.5 y 41.12).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CAMBIO_VR_NO_RECONOCIDO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ganancia o pérdida por cambio del VR menos costos de venta recalculada (174.420,00) difiere de la registrada en resultados en G-01, G-02, C-01, F-02, G-04, P-02, C-02: 27.320,00 (NIC 41.26).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27.320,00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CONCILIACION_41_50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La conciliación de cambios del importe en libros no cuadra en F-02: 1.000,00 (inicial + compras − disminuciones + ganancia ≠ saldo final; NIC 41.50; PYMES 34.7 c).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SIN_DESGLOSE_FISICO_PRECIO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Sin cantidad o VR inicial en P-02: no se separó el cambio físico del cambio de precio (recomendado por NIC 41.51).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MODELO_COSTO_SIN_JUSTIFICAR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cliente mide al costo G-04 pero se presume que el VR es fiable y la presunción solo se refuta en el reconocimiento inicial (NIC 41.30-41.31): documente la justificación o mida a VR menos costos de venta.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12.240,00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DETERIORO_COSTO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Activos al costo con importe recuperable menor que su valor neto en G-03: deterioro adicional 4.000,00 (NIC 36 por NIC 41.33).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4.000,00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PLANTA_PRODUCTORA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Plantas productoras fuera de NIC 41: se miden con NIC 16. Su producto sí es NIC 41 (41.2 b y 41.5C) (F-01, 80.000,00): use la herramienta de propiedades, planta y equipo; aquí se dejan al valor en libros.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80.000,00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ANEXO_MAYOR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El anexo (1.501.800,00) no concilia con el mayor (1.500.000,00): 1.800,00.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1.800,00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COSECHA_NO_A_VR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Producto agrícola no medido a VR menos costos de venta en el punto de cosecha en H-02, H-04, H-06: 14.000,00 (NIC 41.13 y 41.32; ese importe es el costo de la NIC 2).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14.000,00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Conclusión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Concepto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Detalle</a:t>
                      </a:r>
                    </a:p>
                  </a:txBody>
                  <a:tcPr>
                    <a:solidFill>
                      <a:srgbClr val="0A23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Conciliación con el mayor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Población None · mayor None · diferencia None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Evaluación de excepciones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Análisis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Conclusión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