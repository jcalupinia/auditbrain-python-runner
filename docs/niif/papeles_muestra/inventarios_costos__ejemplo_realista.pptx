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Sheet1!$A$2:$A$15</c:f>
              <c:strCache>
                <c:ptCount val="14"/>
                <c:pt idx="0">
                  <c:v>Inventario al costo auditado</c:v>
                </c:pt>
                <c:pt idx="1">
                  <c:v>Provisión estimada (rebaja a VNR; tramo…</c:v>
                </c:pt>
                <c:pt idx="2">
                  <c:v>Inventario neto auditado</c:v>
                </c:pt>
                <c:pt idx="3">
                  <c:v>Inventario según el mayor</c:v>
                </c:pt>
                <c:pt idx="4">
                  <c:v>Provisión registrada</c:v>
                </c:pt>
                <c:pt idx="5">
                  <c:v>Inventario neto en libros</c:v>
                </c:pt>
                <c:pt idx="6">
                  <c:v>Ajuste propuesto (neto)</c:v>
                </c:pt>
                <c:pt idx="7">
                  <c:v>Rebaja a VNR</c:v>
                </c:pt>
                <c:pt idx="8">
                  <c:v>Provisión no reconocida por la excepció…</c:v>
                </c:pt>
                <c:pt idx="9">
                  <c:v>Provisión por obsolescencia (tramos)</c:v>
                </c:pt>
                <c:pt idx="10">
                  <c:v>CIF fijo no absorbido (gasto)</c:v>
                </c:pt>
                <c:pt idx="11">
                  <c:v>CIF no absorbido capitalizado por la en…</c:v>
                </c:pt>
                <c:pt idx="12">
                  <c:v>Diferencia en costo de ventas</c:v>
                </c:pt>
                <c:pt idx="13">
                  <c:v>Importe con error de corte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41016.0</c:v>
                </c:pt>
                <c:pt idx="1">
                  <c:v>4175.0</c:v>
                </c:pt>
                <c:pt idx="2">
                  <c:v>36841.0</c:v>
                </c:pt>
                <c:pt idx="3">
                  <c:v>41300.0</c:v>
                </c:pt>
                <c:pt idx="4">
                  <c:v>1000.0</c:v>
                </c:pt>
                <c:pt idx="5">
                  <c:v>40300.0</c:v>
                </c:pt>
                <c:pt idx="6">
                  <c:v>-3459.0</c:v>
                </c:pt>
                <c:pt idx="7">
                  <c:v>3775.0</c:v>
                </c:pt>
                <c:pt idx="8">
                  <c:v>1400.0</c:v>
                </c:pt>
                <c:pt idx="9">
                  <c:v>3050.0</c:v>
                </c:pt>
                <c:pt idx="10">
                  <c:v>2400.0</c:v>
                </c:pt>
                <c:pt idx="11">
                  <c:v>2400.0</c:v>
                </c:pt>
                <c:pt idx="12">
                  <c:v>1850.0</c:v>
                </c:pt>
                <c:pt idx="13">
                  <c:v>5300.0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Corte</c:v>
                </c:pt>
                <c:pt idx="1">
                  <c:v>Vnr bajo costo</c:v>
                </c:pt>
                <c:pt idx="2">
                  <c:v>Ajuste</c:v>
                </c:pt>
                <c:pt idx="3">
                  <c:v>Lenta rotacion sin provision</c:v>
                </c:pt>
                <c:pt idx="4">
                  <c:v>Cif no absorbido capitalizado</c:v>
                </c:pt>
                <c:pt idx="5">
                  <c:v>Cif no absorbido</c:v>
                </c:pt>
                <c:pt idx="6">
                  <c:v>Produccion no conciliada</c:v>
                </c:pt>
                <c:pt idx="7">
                  <c:v>Otros (11 tipos)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5300.0</c:v>
                </c:pt>
                <c:pt idx="1">
                  <c:v>3775.0</c:v>
                </c:pt>
                <c:pt idx="2">
                  <c:v>3459.0</c:v>
                </c:pt>
                <c:pt idx="3">
                  <c:v>3175.0</c:v>
                </c:pt>
                <c:pt idx="4">
                  <c:v>2400.0</c:v>
                </c:pt>
                <c:pt idx="5">
                  <c:v>2400.0</c:v>
                </c:pt>
                <c:pt idx="6">
                  <c:v>2400.0</c:v>
                </c:pt>
                <c:pt idx="7">
                  <c:v>7966.0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Inventarios, producción y costo de ventas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propuesto (neto):  -3459.00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 (14 conceptos de mayor importe; el resto en la tabla)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 y ajuste propuesto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Inventario al costo auditado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41.016,00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Provisión estimada (rebaja a VNR; tramo solo sin precio; neta de la excepción NIC 2.32)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4.175,00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Inventario neto auditado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36.841,00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Inventario según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41.300,00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Provisión registrada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Inventario neto en libros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40.300,00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propuesto (neto)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-3.459,00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Diferencias físicas valorizadas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de extensión (cantidad × costo − kardex)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de costo unitario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kardex −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-300,00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Rebaja a VNR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3.775,00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Provisión no reconocida por la excepción de NIC 2.32 (materias primas)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1.400,00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DIFERENCIA_FISICA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Diferencias entre el conteo y el kardex en 3 ítem(s): A-002, C-101, D-200. Neto valorizado 16,00; ajuste las existencias e investigue la causa (pérdidas: gasto del ejercicio, NIC 2.34).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SIN_CONTEO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ítem(s) sin cantidad contada (B-012): se usa el kardex. Documente la cobertura del recuento (NIA 501).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DIF_EXTENSION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Cantidad × costo unitario no da el valor del kardex en B-010: diferencia -100,00.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DIF_COSTO_UNITARIO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El costo unitario soportado difiere del registrado: efecto 100,00 (NIC 2.10-2.11; PYMES 13.5-13.6).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KARDEX_MAYOR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El kardex (41.000,00) no concilia con el mayor (41.300,00): diferencia -300,00.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-300,00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APERTURA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Productos terminados: el inventario inicial (9.000,00) no es el cierre auditado anterior (8.500,00).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CIF_NO_ABSORBIDO_CAPITALIZADO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La entidad cargó al inventario 2.400,00 de CIF fijo no absorbido por baja producción: debe ir a gasto del ejercicio (NIC 2.13; PYMES 13.9).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2.400,00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CIF_NO_ABSORBIDO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CIF fijo no absorbido (producción bajo la capacidad normal): 2.400,00; se reconoce como gasto, no como inventario.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2.400,00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PRODUCCION_NO_CONCILIADA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Los costos de manufactura registrados (151.750,00) difieren del costo de producción capitalizable recalculado (149.350,00): 2.400,00.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2.400,00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COSTO_VENTAS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El costo de ventas recalculado difiere del contable en Productos terminados: 1.850,00.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1.850,00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VNR_BAJO_COSTO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El valor realizable neto (NIC 2.6 y 2.9) está por debajo del costo en B-010, C-102, E-300, E-301, E-302: rebaja 3.775,00.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3.775,00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EXCEPCION_NIC232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Excepción de NIC 2.32 aplicada en 2 materia(s) prima(s): D-200, E-300. No se rebajan por debajo del costo porque el producto terminado asociado se vendería al costo o por encima; provisión no reconocida 1.400,00. Revise el costeo del producto terminado y la lista de precios que sustentan el costo y el precio esperados informados.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1.400,00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MP_SIN_DEMOSTRACION_PT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materia(s) prima(s) sin el costo o el precio esperados del producto terminado asociado (E-302): no se puede demostrar que el producto terminado se venderá al costo o por encima, así que NO se aplica la excepción de la NIC 2.32 y se mide al menor entre costo y VNR. Pida el costeo estándar del producto terminado y su lista de precios de venta.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