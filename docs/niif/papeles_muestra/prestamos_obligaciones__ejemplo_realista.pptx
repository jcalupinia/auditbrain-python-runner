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Obligaciones financieras registradas (c…</c:v>
                </c:pt>
                <c:pt idx="1">
                  <c:v>Costo amortizado recalculado (con inter…</c:v>
                </c:pt>
                <c:pt idx="2">
                  <c:v>Ajuste propuesto al pasivo</c:v>
                </c:pt>
                <c:pt idx="3">
                  <c:v>Capital contractual según tablas</c:v>
                </c:pt>
                <c:pt idx="4">
                  <c:v>Interés contractual devengado al corte</c:v>
                </c:pt>
                <c:pt idx="5">
                  <c:v>Intereses por pagar registrados</c:v>
                </c:pt>
                <c:pt idx="6">
                  <c:v>Pasivo corriente auditado</c:v>
                </c:pt>
                <c:pt idx="7">
                  <c:v>Pasivo no corriente auditado</c:v>
                </c:pt>
                <c:pt idx="8">
                  <c:v>Reclasificación a corriente por covenan…</c:v>
                </c:pt>
                <c:pt idx="9">
                  <c:v>Gasto financiero del ejercicio (TIE)</c:v>
                </c:pt>
                <c:pt idx="10">
                  <c:v>Diferencia de gasto financiero (préstam…</c:v>
                </c:pt>
                <c:pt idx="11">
                  <c:v>Costos de transacción por amortizar al…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654889.82</c:v>
                </c:pt>
                <c:pt idx="1">
                  <c:v>659965.19</c:v>
                </c:pt>
                <c:pt idx="2">
                  <c:v>5075.37</c:v>
                </c:pt>
                <c:pt idx="3">
                  <c:v>652399.93</c:v>
                </c:pt>
                <c:pt idx="4">
                  <c:v>11521.0</c:v>
                </c:pt>
                <c:pt idx="5">
                  <c:v>10104.34</c:v>
                </c:pt>
                <c:pt idx="6">
                  <c:v>395633.02</c:v>
                </c:pt>
                <c:pt idx="7">
                  <c:v>264332.18</c:v>
                </c:pt>
                <c:pt idx="8">
                  <c:v>127760.65</c:v>
                </c:pt>
                <c:pt idx="9">
                  <c:v>63164.62</c:v>
                </c:pt>
                <c:pt idx="10">
                  <c:v>2350.9</c:v>
                </c:pt>
                <c:pt idx="11">
                  <c:v>4152.4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Revelacion incumplimiento (×3)</c:v>
                </c:pt>
                <c:pt idx="1">
                  <c:v>Clasificacion cp lp (×2)</c:v>
                </c:pt>
                <c:pt idx="2">
                  <c:v>Covenant sin dispensa</c:v>
                </c:pt>
                <c:pt idx="3">
                  <c:v>Covenant posterior al corte</c:v>
                </c:pt>
                <c:pt idx="4">
                  <c:v>Modificacion sustancial</c:v>
                </c:pt>
                <c:pt idx="5">
                  <c:v>Pasivo diferencia (×4)</c:v>
                </c:pt>
                <c:pt idx="6">
                  <c:v>Confirmacion diferencia</c:v>
                </c:pt>
                <c:pt idx="7">
                  <c:v>Otros (4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249083.15</c:v>
                </c:pt>
                <c:pt idx="1">
                  <c:v>143643.92</c:v>
                </c:pt>
                <c:pt idx="2">
                  <c:v>127760.65</c:v>
                </c:pt>
                <c:pt idx="3">
                  <c:v>24624.9</c:v>
                </c:pt>
                <c:pt idx="4">
                  <c:v>23455.66</c:v>
                </c:pt>
                <c:pt idx="5">
                  <c:v>5780.32</c:v>
                </c:pt>
                <c:pt idx="6">
                  <c:v>3841.41</c:v>
                </c:pt>
                <c:pt idx="7">
                  <c:v>5792.77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Préstamos y obligaciones financieras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al pasivo:  5075.37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Obligaciones financieras registradas (capital + intereses)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654.889,82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 amortizado recalculado (con interés devengado)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659.965,19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al 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5.075,37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Capital contractual según tablas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652.399,93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Interés contractual devengado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11.521,00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 por pagar registrados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10.104,34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corriente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395.633,02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 no corriente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264.332,18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Reclasificación a corriente por covenants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127.760,65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 financiero del ejercicio (TIE)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63.164,62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gasto financiero (préstamos con gasto registrado)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2.350,90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Costos de transacción por amortizar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4.152,40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NO_DESEMBOLSADO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OP-108: desembolso del 2026-01-10, posterior al corte; no es un pasivo al corte (NIIF 9 3.1.1). Revele si es un hecho posterior significativo.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ENDEUDAMIENTO_SOBRE_LIMITE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Deuda / EBITDA: 2,20 veces frente al límite máximo de 1,8 veces. Analítica de auditoría (no es un requisito NIIF): revise el efecto en covenants, empresa en marcha (NIA 570) y revelaciones (NIIF 7 18–19).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ENDEUDAMIENTO_SOBRE_LIMITE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DSCR: 0,76 veces frente al límite mínimo de 1,25 veces. Analítica de auditoría (no es un requisito NIIF): revise el efecto en covenants, empresa en marcha (NIA 570) y revelaciones (NIIF 7 18–19).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COMISIONES_A_GASTO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OP-101: las comisiones de 2.400,00 se llevaron a gasto; forman parte de la TIE (NIIF 9 5.1.1 y Apéndice A). Costo pendiente de amortizar al corte 379,36.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-379,36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GASTO_FINANCIERO_DIFERENCIA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OP-101: gasto financiero a la TIE 8.334,99 vs registrado 7.478,25.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856,74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OP-101: costo amortizado con intereses devengados 47.814,46 vs registrado (capital + intereses) 48.166,93.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-352,47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INTERES_DEVENGADO_NO_REGISTRADO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interés devengado desde el último vencimiento 1.416,67 y registrado 0,00 (devengo, NIIF 9 4.2.1 y Apéndice 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1.416,67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GASTO_FINANCIERO_DIFERENCIA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gasto financiero a la TIE 16.504,82 vs registrado 15.010,65.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1.494,17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COVENANT_SIN_DISPENSA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covenant «Deuda / EBITDA» incumplido al corte sin dispensa obtenida hasta el corte con gracia ≥ 12 meses: toda la deuda es corriente (NIC 1 74–75).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127.760,65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DISPENSA_POSTERIOR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la dispensa del 2026-01-20 es posterior al corte: no cambia la clasificación (NIC 1 74); revele como hecho posterior no ajustante (NIC 1 76 b)–c), NIC 10).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CLASIFICACION_CP_LP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porción corriente auditada 169.254,82 vs registrada 41.494,17 (NIC 1 69–76).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127.760,65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costo amortizado con intereses devengados 169.254,82 vs registrado (capital + intereses) 167.760,65.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1.494,17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REVELACION_INCUMPLIMIENTO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OP-102: incumplimiento de la condición pactada «Deuda / EBITDA» sin subsanar al cierre. Revele el detalle del incumplimiento, el importe en libros del préstamo (169.254,82) y si se subsanó o se renegociaron las condiciones antes de la autorización de los estados financieros (NIIF 7 18–19).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169.254,82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