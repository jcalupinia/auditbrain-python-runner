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Propiedades de inversión auditadas</c:v>
                </c:pt>
                <c:pt idx="1">
                  <c:v>Saldo según el mayor</c:v>
                </c:pt>
                <c:pt idx="2">
                  <c:v>Ajuste propuesto (neto)</c:v>
                </c:pt>
                <c:pt idx="3">
                  <c:v>Importe en libros según el detalle</c:v>
                </c:pt>
                <c:pt idx="4">
                  <c:v>Ajuste de valor razonable no reconocido…</c:v>
                </c:pt>
                <c:pt idx="5">
                  <c:v>Efecto de la medición al costo (depreci…</c:v>
                </c:pt>
                <c:pt idx="6">
                  <c:v>Reclasificación fuera de propiedades de…</c:v>
                </c:pt>
                <c:pt idx="7">
                  <c:v>Deterioro (modelo del costo)</c:v>
                </c:pt>
                <c:pt idx="8">
                  <c:v>Variación del valor razonable del año</c:v>
                </c:pt>
                <c:pt idx="9">
                  <c:v>Diferencia en el costo inicial</c:v>
                </c:pt>
                <c:pt idx="10">
                  <c:v>Transferencias: diferencia a otro resul…</c:v>
                </c:pt>
                <c:pt idx="11">
                  <c:v>Superávit de revaluación en patrimonio…</c:v>
                </c:pt>
                <c:pt idx="12">
                  <c:v>Resultado recalculado en bajas</c:v>
                </c:pt>
                <c:pt idx="13">
                  <c:v>Diferencia en el resultado de bajas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2586500.0</c:v>
                </c:pt>
                <c:pt idx="1">
                  <c:v>2785000.0</c:v>
                </c:pt>
                <c:pt idx="2">
                  <c:v>-198500.0</c:v>
                </c:pt>
                <c:pt idx="3">
                  <c:v>2780000.0</c:v>
                </c:pt>
                <c:pt idx="4">
                  <c:v>48000.0</c:v>
                </c:pt>
                <c:pt idx="5">
                  <c:v>-25000.0</c:v>
                </c:pt>
                <c:pt idx="6">
                  <c:v>-216500.0</c:v>
                </c:pt>
                <c:pt idx="7">
                  <c:v>22000.0</c:v>
                </c:pt>
                <c:pt idx="8">
                  <c:v>35000.0</c:v>
                </c:pt>
                <c:pt idx="9">
                  <c:v>12000.0</c:v>
                </c:pt>
                <c:pt idx="10">
                  <c:v>80000.0</c:v>
                </c:pt>
                <c:pt idx="11">
                  <c:v>110000.0</c:v>
                </c:pt>
                <c:pt idx="12">
                  <c:v>10000.0</c:v>
                </c:pt>
                <c:pt idx="13">
                  <c:v>-10000.0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Mal clasificado</c:v>
                </c:pt>
                <c:pt idx="1">
                  <c:v>Ajuste</c:v>
                </c:pt>
                <c:pt idx="2">
                  <c:v>Superavit en patrimonio</c:v>
                </c:pt>
                <c:pt idx="3">
                  <c:v>Transferencia</c:v>
                </c:pt>
                <c:pt idx="4">
                  <c:v>Superavit aumento</c:v>
                </c:pt>
                <c:pt idx="5">
                  <c:v>Uso mixto separado</c:v>
                </c:pt>
                <c:pt idx="6">
                  <c:v>Vr no reconocido</c:v>
                </c:pt>
                <c:pt idx="7">
                  <c:v>Otros (6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216500.0</c:v>
                </c:pt>
                <c:pt idx="1">
                  <c:v>198500.0</c:v>
                </c:pt>
                <c:pt idx="2">
                  <c:v>110000.0</c:v>
                </c:pt>
                <c:pt idx="3">
                  <c:v>80000.0</c:v>
                </c:pt>
                <c:pt idx="4">
                  <c:v>80000.0</c:v>
                </c:pt>
                <c:pt idx="5">
                  <c:v>66500.0</c:v>
                </c:pt>
                <c:pt idx="6">
                  <c:v>48000.0</c:v>
                </c:pt>
                <c:pt idx="7">
                  <c:v>60000.0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Propiedades de inversión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(neto):  -198500.00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y ajuste propuesto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Propiedades de inversión auditadas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2.586.500,00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 según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2.785.000,00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(neto)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-198.500,00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Importe en libros según el detalle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2.780.000,00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detalle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de valor razonable no reconocido (resultados)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Efecto de la medición al costo (depreciación y deterioro)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Reclasificación fuera de propiedades de inversión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-216.500,00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Depreciación del año (modelo del costo)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depreciación acumulada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(modelo del costo)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Variación del valor razonable del 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en el costo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MAL_CLASIFICADO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Inmuebles que no son propiedad de inversión: IP-05 (Inventario (NIC 2)). Reclasificar 150.000,00 fuera de la cuenta y medirlos con su norma (NIC 40.9 y 40.10; si venían a VR, el costo atribuido es el VR a la fecha del cambio, 40.60).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-216.500,00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USO_MIXTO_SEPARADO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Uso mixto separado en partes: IP-04 (35,00 % de uso propio). NIC 40.10: las partes pueden venderse por separado, así que se contabilizan por separado. La parte de uso propio se reclasifica a PPE por 66.500,00 y la de inversión se mide como propiedad de inversión. La herramienta separa a prorrata del % de uso propio: divida la fila del anexo y mida cada parte por separado.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-66.500,00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VR_NO_RECONOCIDO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Diferencia entre el valor razonable al corte y el importe en libros no reconocida en IP-01, IP-03, IP-04, IP-06, IP-08, IP-09: 48.000,00, a resultados del ejercicio (NIC 40.35).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VR_NO_FIABLE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IP-07 sin valor razonable con modelo de VR: se miden al costo. Solo procede si al adquirirlo o cambiar su uso el VR no podía medirse de forma fiable y continua (NIC 40.53); el resto sigue a VR (40.54) y se revela 78.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SIN_FUENTE_VR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Valor razonable sin fuente ni tasador en IP-09: documente la tasación (NIC 40.32 y 75 e; NIIF 13) y evalúe el trabajo del experto (NIA 500.8; NIA 620 si el experto es del auditor).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SIN_NIVEL_VR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Falta el nivel de la jerarquía del VR en IP-09 (NIIF 13.72 y 93 b).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COSTO_INICIAL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costo registrado no es precio de compra + desembolsos directamente atribuibles en IP-06: 12.000,00 (NIC 40.20-21).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depreciación acumulada recalculada difiere de la registrada en IP-07: 3.000,00 (NIC 40.56 → NIC 16).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Modelo del costo: el importe recuperable es menor que el valor neto en IP-07: deterioro 22.000,00 (NIC 36.9 y 59).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ALQUILER_NO_CONCILIADO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Ingresos por alquiler según contratos distintos de los registrados en IP-03, IP-06: 8.000,00 (NIIF 16.81 y NIC 40.75 f).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ALQUILER_SIN_CONTRATO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Inmuebles en alquiler sin ingresos según contrato en IP-09: no se concilian las rentas.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TRANSFERENCIA_SIN_TRATAMIENTO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Cambios de uso sin tratamiento completo: IP-09 (Sin tratamiento: falta importe en libros o VR a la fecha) (NIC 40.57-65).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TRANSFERENCIA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Diferencias a la fecha del cambio de uso: a resultados 0,00, a otro resultado integral (superávit de revaluación) 80.000,00. Verifique que se registraron así (NIC 40.61-63).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