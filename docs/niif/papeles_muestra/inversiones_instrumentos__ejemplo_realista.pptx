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Saldo en libros (bruto)</c:v>
                </c:pt>
                <c:pt idx="1">
                  <c:v>Medición según la norma</c:v>
                </c:pt>
                <c:pt idx="2">
                  <c:v>Diferencia de medición</c:v>
                </c:pt>
                <c:pt idx="3">
                  <c:v>Deterioro recalculado</c:v>
                </c:pt>
                <c:pt idx="4">
                  <c:v>Deterioro registrado</c:v>
                </c:pt>
                <c:pt idx="5">
                  <c:v>Intereses/dividendos no registrados</c:v>
                </c:pt>
                <c:pt idx="6">
                  <c:v>Diferencia de valor razonable</c:v>
                </c:pt>
                <c:pt idx="7">
                  <c:v>Ajuste propuesto (importe neto)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326400.0</c:v>
                </c:pt>
                <c:pt idx="1">
                  <c:v>325290.38</c:v>
                </c:pt>
                <c:pt idx="2">
                  <c:v>3890.38</c:v>
                </c:pt>
                <c:pt idx="3">
                  <c:v>8580.23</c:v>
                </c:pt>
                <c:pt idx="4">
                  <c:v>3100.0</c:v>
                </c:pt>
                <c:pt idx="5">
                  <c:v>2656.6</c:v>
                </c:pt>
                <c:pt idx="6">
                  <c:v>3300.0</c:v>
                </c:pt>
                <c:pt idx="7">
                  <c:v>-1318.65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Clasificacion inconsistente (×2)</c:v>
                </c:pt>
                <c:pt idx="1">
                  <c:v>Vr sin nivel</c:v>
                </c:pt>
                <c:pt idx="2">
                  <c:v>Reclasificacion no permitida</c:v>
                </c:pt>
                <c:pt idx="3">
                  <c:v>Vr nivel 3</c:v>
                </c:pt>
                <c:pt idx="4">
                  <c:v>Calificacion baja sin indicio</c:v>
                </c:pt>
                <c:pt idx="5">
                  <c:v>Indicio deterioro</c:v>
                </c:pt>
                <c:pt idx="6">
                  <c:v>Diferencia deterioro (×6)</c:v>
                </c:pt>
                <c:pt idx="7">
                  <c:v>Otros (6 tipos)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45400.0</c:v>
                </c:pt>
                <c:pt idx="1">
                  <c:v>20500.0</c:v>
                </c:pt>
                <c:pt idx="2">
                  <c:v>20200.0</c:v>
                </c:pt>
                <c:pt idx="3">
                  <c:v>12500.0</c:v>
                </c:pt>
                <c:pt idx="4">
                  <c:v>9800.0</c:v>
                </c:pt>
                <c:pt idx="5">
                  <c:v>7690.61</c:v>
                </c:pt>
                <c:pt idx="6">
                  <c:v>5480.24</c:v>
                </c:pt>
                <c:pt idx="7">
                  <c:v>14865.62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Inversiones e instrumentos financieros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Cliente de muestra S.A. · corte 2025-12-31 · v1 · MUESTRA</a:t>
            </a:r>
          </a:p>
          <a:p>
            <a:r>
              <a:t>AuditConsulting Auditores Cía. Ltda. · AUDIT-IA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Cifras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2342"/>
                </a:solidFill>
              </a:rPr>
              <a:t>Ajuste propuesto (importe neto):  -1318.65</a:t>
            </a:r>
          </a:p>
          <a:p>
            <a:r>
              <a:rPr sz="2000">
                <a:solidFill>
                  <a:srgbClr val="0A2342"/>
                </a:solidFill>
              </a:rPr>
              <a:t>Problemas encontrados: 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Cifras del resumen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Importes en USD, en el orden de la cédula de resumen. La tabla equivalente es la hoja «Resumen».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Hallazgos de mayor impacto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 absoluto sumado por tipo de hallazgo; los 7 mayores y el resto en «Otros». El detalle está en la hoja «Problemas encontrados».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Resumen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Saldo en libros (bruto)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326.400,00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Medición según la norma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325.290,38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 de medición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3.890,38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Deterioro recalculado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8.580,23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Deterioro registrado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3.100,00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Intereses/dividendos no registrados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2.656,60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 de valor razonable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3.300,00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Ajuste propuesto (importe neto)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-1.318,65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Problemas encontrados (primeras filas; el detalle completo está en el Excel)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Código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Descripción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DIFERENCIA_COSTO_AMORTIZADO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BONO-01: costo amortizado recalculado 97.022,98 vs libros 96.500,00.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522,98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INTERES_NO_REGISTRADO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BONO-01: Intereses devengados (TIE) 8.695,68 vs registrado 8.000,00.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695,68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DIFERENCIA_DETERIORO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BONO-01: deterioro recalculado 436,70 vs registrado 0,00.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436,70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INTERES_NO_REGISTRADO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CDP-02: Intereses devengados (TIE) 1.389,04 vs registrado 0,00.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1.389,04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DIFERENCIA_DETERIORO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CDP-02: deterioro recalculado 102,78 vs registrado 100,00.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2,78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CLASIFICACION_INCONSISTENTE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OBL-03: el cliente lo clasifica como Costo amortizado y según el modelo de negocio/marco corresponde VR con cambios en ORI. SPPI y cobrar y vender: VR con cambios en ORI (4.1.2A).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30.400,00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DIFERENCIA_VR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OBL-03: valor razonable 29.400,00 vs libros 30.400,00; ganancia/pérdida no registrada en ORI.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-1.000,00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INTERES_NO_REGISTRADO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OBL-03: Intereses devengados (TIE) 2.504,47 vs registrado 2.500,00.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4,47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DIFERENCIA_DETERIORO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OBL-03: deterioro recalculado 136,21 vs registrado 0,00 (en VR con cambios en ORI la corrección va a ORI, 5.5.2).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136,21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DIFERENCIA_VR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ACC-04: valor razonable 45.000,00 vs libros 42.000,00; ganancia/pérdida no registrada en resultados.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VR_NIVEL_3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ACC-05: valor razonable de nivel 3; evalúe supuestos no observables y la conciliación de nivel 3 (NIIF 13 86, 93 e; NIA 540).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12.500,00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DIVIDENDO_NO_REGISTRADO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ACC-05: Dividendos decretados 500,00 vs registrado 0,00.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VR_SIN_NIVEL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FND-06: valor razonable sin nivel de jerarquía (NIIF 13 72–90; PYMES 2025 12.22).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20.500,00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Conclusión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Detalle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Conciliación con el 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Población None · mayor None · diferencia None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Evaluación de excepciones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Análisis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Conclusión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