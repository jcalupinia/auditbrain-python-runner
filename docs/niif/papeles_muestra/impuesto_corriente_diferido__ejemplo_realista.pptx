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Base imponible según el cliente (total…</c:v>
                </c:pt>
                <c:pt idx="1">
                  <c:v>Base imponible auditada</c:v>
                </c:pt>
                <c:pt idx="2">
                  <c:v>Impuesto corriente recalculado</c:v>
                </c:pt>
                <c:pt idx="3">
                  <c:v>Impuesto corriente registrado</c:v>
                </c:pt>
                <c:pt idx="4">
                  <c:v>Impuesto por pagar (− saldo a favor) re…</c:v>
                </c:pt>
                <c:pt idx="5">
                  <c:v>Impuesto por pagar registrado</c:v>
                </c:pt>
                <c:pt idx="6">
                  <c:v>Amortización de pérdidas en exceso</c:v>
                </c:pt>
                <c:pt idx="7">
                  <c:v>Pérdidas vencidas sin amortizar</c:v>
                </c:pt>
                <c:pt idx="8">
                  <c:v>Activo por impuesto diferido requerido</c:v>
                </c:pt>
                <c:pt idx="9">
                  <c:v>Pasivo por impuesto diferido requerido</c:v>
                </c:pt>
                <c:pt idx="10">
                  <c:v>Gasto (ingreso) por impuesto diferido r…</c:v>
                </c:pt>
                <c:pt idx="11">
                  <c:v>Gasto (ingreso) por impuesto diferido r…</c:v>
                </c:pt>
                <c:pt idx="12">
                  <c:v>Gasto total por impuesto requerido</c:v>
                </c:pt>
                <c:pt idx="13">
                  <c:v>Gasto total por impuesto registrado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624550.0</c:v>
                </c:pt>
                <c:pt idx="1">
                  <c:v>663750.0</c:v>
                </c:pt>
                <c:pt idx="2">
                  <c:v>165937.5</c:v>
                </c:pt>
                <c:pt idx="3">
                  <c:v>156137.5</c:v>
                </c:pt>
                <c:pt idx="4">
                  <c:v>80937.5</c:v>
                </c:pt>
                <c:pt idx="5">
                  <c:v>71137.5</c:v>
                </c:pt>
                <c:pt idx="6">
                  <c:v>18750.0</c:v>
                </c:pt>
                <c:pt idx="7">
                  <c:v>40000.0</c:v>
                </c:pt>
                <c:pt idx="8">
                  <c:v>82187.5</c:v>
                </c:pt>
                <c:pt idx="9">
                  <c:v>92500.0</c:v>
                </c:pt>
                <c:pt idx="10">
                  <c:v>26312.5</c:v>
                </c:pt>
                <c:pt idx="11">
                  <c:v>19700.0</c:v>
                </c:pt>
                <c:pt idx="12">
                  <c:v>192250.0</c:v>
                </c:pt>
                <c:pt idx="13">
                  <c:v>175837.5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Falta compensar</c:v>
                </c:pt>
                <c:pt idx="1">
                  <c:v>Perdidas vencidas</c:v>
                </c:pt>
                <c:pt idx="2">
                  <c:v>No deducibles omitidos</c:v>
                </c:pt>
                <c:pt idx="3">
                  <c:v>Perdidas sobre limite</c:v>
                </c:pt>
                <c:pt idx="4">
                  <c:v>Diferido mal medido</c:v>
                </c:pt>
                <c:pt idx="5">
                  <c:v>Tasa efectiva inexplicada</c:v>
                </c:pt>
                <c:pt idx="6">
                  <c:v>Dta perdidas exceso</c:v>
                </c:pt>
                <c:pt idx="7">
                  <c:v>Otros (5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70000.0</c:v>
                </c:pt>
                <c:pt idx="1">
                  <c:v>40000.0</c:v>
                </c:pt>
                <c:pt idx="2">
                  <c:v>20000.0</c:v>
                </c:pt>
                <c:pt idx="3">
                  <c:v>18750.0</c:v>
                </c:pt>
                <c:pt idx="4">
                  <c:v>16612.5</c:v>
                </c:pt>
                <c:pt idx="5">
                  <c:v>16412.5</c:v>
                </c:pt>
                <c:pt idx="6">
                  <c:v>12812.5</c:v>
                </c:pt>
                <c:pt idx="7">
                  <c:v>27700.0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Impuesto corriente y diferido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neto al gasto por impuesto en resultados (+ más gasto):  16412.50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 Las tasas (%) no se grafican en este eje; están en la tabla.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Base imponible según el cliente (total de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624.550,00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Base imponible auditada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663.750,00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Impuesto corriente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165.937,50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Impuesto corriente 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156.137,50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al impuesto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Impuesto por pagar (− saldo a favor)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80.937,50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Impuesto por pagar 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71.137,50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al saldo de impuesto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Amortización de pérdidas en exceso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18.750,00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Pérdidas vencidas sin amortizar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por impuesto diferido 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82.187,50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por impuesto diferido 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92.500,00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diferido no reconocido (revelar, NIC 12.81 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6.250,00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Impuesto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impuesto a la renta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9.800,00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Impuesto a la renta por pagar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Impuesto diferido contra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/ pasivo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16.612,50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 (gasto) por impuesto a la renta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16.612,50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4 · Reclasificación del diferido llevado a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Otro resultado integral (impuesto diferido)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impuesto a la renta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IR_CORRIENTE_MAL_CALCULADO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Impuesto corriente recalculado 165.937,50 frente a 156.137,50 registrado: diferencia 9.800,00. Se mide con la tarifa vigente al cierre sobre la base imponible auditada (NIC 12.12–14, 46; LRTI).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PARTICIPACION_EXENTOS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Participación atribuible a ingresos exentos 8.550,00 en la conciliación frente a 9.000,00 recalculada: 15,00 % del ingreso exento bruto informado (60.000,00). Reglamento LRTI art. 46 num. 5: «el 15% de tales ingresos» (base bruta; los gastos atribuibles se suman aparte por el num. 4, no la minoran). Confirmar que el art. 46 num. 5 sigue vigente al corte.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NO_DEDUCIBLES_OMITIDOS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Gastos no deducibles omitidos en la conciliación por 20.000,00: AUD-1 Gastos sin comprobante de venta válido (hallazgo) 20.000,00 (LRTI art. 10 y Reglamento art. 35).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PERDIDAS_SOBRE_LIMITE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Amortización de pérdidas solicitada 240.000,00: supera el 25,00 % de la utilidad gravable (221.250,00). Permitida 221.250,00 (LRTI art. 11: 25,00 % anual, 5 años).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18.750,00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PERDIDAS_VENCIDAS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Pérdidas con plazo vencido y saldo sin amortizar 40.000,00 (años 2019): ya no se amortizan y no sustentan activo diferido.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DTA_SIN_PROBABILIDAD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Provisión por litigio laboral: activo diferido registrado 6.250,00 sin probabilidad de ganancia fiscal futura (NIC 12.24, 34–36, 56).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6.250,00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TASA_REVERSION_INCORRECTA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partida(s) medida(s) a una tasa distinta de la aprobada para el año de reversión: Provisión por garantías 22,00 % frente a 25,00 % (NIC 12.47, 53).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DTA_PERDIDAS_EXCESO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diferido por pérdidas registrado 20.000,00 frente a 7.187,50 sustentado por el remanente no vencido tras la amortización del año.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12.812,50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DIFERIDO_MAL_MEDIDO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Impuesto diferido neto requerido -10.312,50 frente a 6.300,00 registrado (5 partida(s) con diferencia): ajuste -16.612,50 (NIC 12.5, 15, 24).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-16.612,50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ORI_EN_RESULTADOS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gasto diferido registrado en resultados (19.700,00) incluye 10.000,00 del diferido de partidas reconocidas en ORI: debe ir a ORI (NIC 12.58, 61A).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FALTA_COMPENSAR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diferido 76.300,00 y pasivo diferido 70.000,00 presentados sin compensar pese al derecho legal y la misma autoridad fiscal: presentar el neto (NIC 12.71, 74).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TASA_EFECTIVA_INEXPLICADA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Tasa efectiva registrada 20,69 % frente a 22,62 % explicada por la conciliación (tasa aplicable 25,00 %): gasto sin explicar -16.412,50 (NIC 12.81 c)).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-16.412,50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