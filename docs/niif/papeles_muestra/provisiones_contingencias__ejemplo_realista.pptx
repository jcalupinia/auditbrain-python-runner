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Sheet1!$A$2:$A$14</c:f>
              <c:strCache>
                <c:ptCount val="13"/>
                <c:pt idx="0">
                  <c:v>Provisiones registradas en libros</c:v>
                </c:pt>
                <c:pt idx="1">
                  <c:v>Provisión requerida (NIC 37 · Secc. 21)</c:v>
                </c:pt>
                <c:pt idx="2">
                  <c:v>Ajuste propuesto (requerida − libros)</c:v>
                </c:pt>
                <c:pt idx="3">
                  <c:v>Efecto del descuento a valor presente</c:v>
                </c:pt>
                <c:pt idx="4">
                  <c:v>Reversión del descuento calculada</c:v>
                </c:pt>
                <c:pt idx="5">
                  <c:v>Reversión del descuento registrada</c:v>
                </c:pt>
                <c:pt idx="6">
                  <c:v>Reversión: calculada − registrada (recl…</c:v>
                </c:pt>
                <c:pt idx="7">
                  <c:v>Garantías calculadas</c:v>
                </c:pt>
                <c:pt idx="8">
                  <c:v>Pasivos contingentes a revelar (efecto…</c:v>
                </c:pt>
                <c:pt idx="9">
                  <c:v>Pasivos contingentes sin revelar</c:v>
                </c:pt>
                <c:pt idx="10">
                  <c:v>Activo contingente reconocido indebidam…</c:v>
                </c:pt>
                <c:pt idx="11">
                  <c:v>Ajuste del activo contingente</c:v>
                </c:pt>
                <c:pt idx="12">
                  <c:v>Diferencia detalle − mayor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725000.0</c:v>
                </c:pt>
                <c:pt idx="1">
                  <c:v>763758.9</c:v>
                </c:pt>
                <c:pt idx="2">
                  <c:v>38758.9</c:v>
                </c:pt>
                <c:pt idx="3">
                  <c:v>329841.1</c:v>
                </c:pt>
                <c:pt idx="4">
                  <c:v>32850.0</c:v>
                </c:pt>
                <c:pt idx="5">
                  <c:v>5000.0</c:v>
                </c:pt>
                <c:pt idx="6">
                  <c:v>12100.0</c:v>
                </c:pt>
                <c:pt idx="7">
                  <c:v>47600.0</c:v>
                </c:pt>
                <c:pt idx="8">
                  <c:v>60000.0</c:v>
                </c:pt>
                <c:pt idx="9">
                  <c:v>20000.0</c:v>
                </c:pt>
                <c:pt idx="10">
                  <c:v>50000.0</c:v>
                </c:pt>
                <c:pt idx="11">
                  <c:v>-50000.0</c:v>
                </c:pt>
                <c:pt idx="12">
                  <c:v>-5000.0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Diferencia provision (×5)</c:v>
                </c:pt>
                <c:pt idx="1">
                  <c:v>Diferencia carta abogado (×2)</c:v>
                </c:pt>
                <c:pt idx="2">
                  <c:v>Descuento no aplicado</c:v>
                </c:pt>
                <c:pt idx="3">
                  <c:v>Provision no registrada</c:v>
                </c:pt>
                <c:pt idx="4">
                  <c:v>Activo contingente reconocido</c:v>
                </c:pt>
                <c:pt idx="5">
                  <c:v>Activo contingente sin revelar</c:v>
                </c:pt>
                <c:pt idx="6">
                  <c:v>Provision posible o remota</c:v>
                </c:pt>
                <c:pt idx="7">
                  <c:v>Otros (7 tipos)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117788.37</c:v>
                </c:pt>
                <c:pt idx="1">
                  <c:v>105000.0</c:v>
                </c:pt>
                <c:pt idx="2">
                  <c:v>70013.72</c:v>
                </c:pt>
                <c:pt idx="3">
                  <c:v>65997.97</c:v>
                </c:pt>
                <c:pt idx="4">
                  <c:v>50000.0</c:v>
                </c:pt>
                <c:pt idx="5">
                  <c:v>50000.0</c:v>
                </c:pt>
                <c:pt idx="6">
                  <c:v>40000.0</c:v>
                </c:pt>
                <c:pt idx="7">
                  <c:v>112850.0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Provisiones y contingencias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propuesto (requerida − libros):  38758.90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Provisiones registradas en libros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725.000,00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Provisión requerida (NIC 37 · Secc. 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763.758,90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propuesto (requerida − libros)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38.758,90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Efecto del descuento a valor presente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329.841,10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Reversión del descuento calculada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32.850,00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Reversión del descuento registrada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Reversión: calculada − registrada (reclasificación)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12.100,00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Garantías calculadas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47.600,00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Pasivos contingentes a revelar (efecto estimado)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Pasivos contingentes sin revelar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 contingente reconocido indebidamente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del activo contingente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-50.000,00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detalle −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-5.000,00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DIFERENCIA_PROVISION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LIT-01: provisión requerida 114.000,00 (Valor esperado (37.39)) ≠ libros 100.000,00; ajuste contra gasto del período (provisión).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DIFERENCIA_CARTA_ABOGADO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LIT-01: libros 100.000,00 ≠ importe de la carta del abogado 120.000,00 (NIA 501).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-20.000,00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DISCREPANCIA_PROBABILIDAD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LIT-02: el abogado evalúa «Probable» y la gerencia «Posible»; se usó la del abogado. Discuta la diferencia con la gerencia (NIA 501, NIA 540).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CARTA_ANTERIOR_AL_CORTE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LIT-02: la carta del abogado es del 2025-12-15, anterior al corte; pida una actualización cercana a la fecha del informe (NIA 501, NIA 560).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PROVISION_NO_REGISTRADA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LIT-02 (Juicio de impugnación tributaria): obligación probable no registrada; provisión requerida 65.997,97 (Punto medio del rango (37.39)).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65.997,97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DIFERENCIA_CARTA_ABOGADO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LIT-02: libros 0,00 ≠ importe de la carta del abogado 85.000,00 (NIA 501).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-85.000,00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PROVISION_POSIBLE_O_REMOTA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LIT-03: provisión registrada por 40.000,00 con salida «Posible» (no probable); revertir (NIC 37.14, 23, 59; PYMES 21.4).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SIN_RESPUESTA_ABOGADO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LIT-04: no hay respuesta del abogado a la carta de confirmación; posible limitación al alcance (NIA 501 párr. 10–11; NIA 705).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CONTINGENCIA_SIN_REVELAR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LIT-04 (Reclamo de cliente por entrega tardía): pasivo contingente «Posible» sin revelación en notas (NIC 37.28, 86; PYMES 21.15).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DIFERENCIA_PROVISION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GAR-01: provisión requerida 42.600,00 (Garantías: valor esperado (37.39)) ≠ libros 30.000,00; ajuste contra gasto del período (provisión).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12.600,00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ONEROSO_NO_PROVISIONADO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ONE-01 (Contrato de suministro con pérdida): obligación probable no registrada; provisión requerida 35.000,00 (Oneroso: menor costo (37.68)). Costos inevitables = menor entre el costo neto de cumplir (costo − beneficios esperados) y la penalización (NIC 37.10, 66–68; PYMES 21A.2).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DIFERENCIA_PROVISION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DES-01: provisión requerida 254.174,65 (Estimación de la gerencia) ≠ libros 240.000,00; ajuste contra costo del activo (nic 16.16 c, 16.18; ciniif 1).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14.174,65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REVERSION_NO_REGISTRADA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DES-01: reversión del descuento del período 15.750,00 no registrada como costo financiero (NIC 37.60; CINIIF 1.8 en desmantelamiento; PYMES 21.11).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15.750,00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