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Cartera al corte</c:v>
                </c:pt>
                <c:pt idx="1">
                  <c:v>Pérdida incurrida recalculada</c:v>
                </c:pt>
                <c:pt idx="2">
                  <c:v>Provisión registrada (mayor)</c:v>
                </c:pt>
                <c:pt idx="3">
                  <c:v>Ajuste propuesto</c:v>
                </c:pt>
                <c:pt idx="4">
                  <c:v>Reversión de la provisión anterior</c:v>
                </c:pt>
                <c:pt idx="5">
                  <c:v>Bajas y castigos</c:v>
                </c:pt>
                <c:pt idx="6">
                  <c:v>Gasto deducible</c:v>
                </c:pt>
                <c:pt idx="7">
                  <c:v>Gasto no deducible</c:v>
                </c:pt>
                <c:pt idx="8">
                  <c:v>Activo por impuesto diferido</c:v>
                </c:pt>
                <c:pt idx="9">
                  <c:v>Movimiento del diferido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167059.86</c:v>
                </c:pt>
                <c:pt idx="1">
                  <c:v>20749.02</c:v>
                </c:pt>
                <c:pt idx="2">
                  <c:v>5816.04</c:v>
                </c:pt>
                <c:pt idx="3">
                  <c:v>14932.98</c:v>
                </c:pt>
                <c:pt idx="4">
                  <c:v>5816.04</c:v>
                </c:pt>
                <c:pt idx="5">
                  <c:v>0.0</c:v>
                </c:pt>
                <c:pt idx="6">
                  <c:v>903.77</c:v>
                </c:pt>
                <c:pt idx="7">
                  <c:v>14029.21</c:v>
                </c:pt>
                <c:pt idx="8">
                  <c:v>3507.3</c:v>
                </c:pt>
                <c:pt idx="9">
                  <c:v>2053.28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Tramo no medible</c:v>
                </c:pt>
                <c:pt idx="1">
                  <c:v>Evaluacion individual (×4)</c:v>
                </c:pt>
                <c:pt idx="2">
                  <c:v>Ajuste</c:v>
                </c:pt>
                <c:pt idx="3">
                  <c:v>No deducible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27938.78</c:v>
                </c:pt>
                <c:pt idx="1">
                  <c:v>20749.01</c:v>
                </c:pt>
                <c:pt idx="2">
                  <c:v>14932.98</c:v>
                </c:pt>
                <c:pt idx="3">
                  <c:v>14029.21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Deterioro de cuentas por cobrar · pérdidas incurridas (PYMES)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propuesto:  14932.98</a:t>
            </a:r>
          </a:p>
          <a:p>
            <a:r>
              <a:rPr sz="2000">
                <a:solidFill>
                  <a:srgbClr val="0A2342"/>
                </a:solidFill>
              </a:rPr>
              <a:t>Pérdida incurrida recalculada:  20749.02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167.059,86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 incurrida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20.749,02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registrada (mayor)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14.932,98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Reversión de la provisión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Bajas y castigos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no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14.029,21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3.507,30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Movimiento del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2.053,28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Matriz de deterioro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Tramo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Documentos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Saldo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Tasa aplicada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Origen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Pérdida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Base de la tasa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Corriente / por vencer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90.377,19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Sección 11 — sin evidencia objetiva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Cartera al día sin evento de pérdida: la Sección 11 no admite provisión general.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a 30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27.938,78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 medible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Ningún documento del tramo se localizó en el ejercicio siguiente: falta la medición, no el cobro.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31 a 60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691,42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17,49 %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Migración observada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120,95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 34.052,04 en este tramo, 5.956,67 seguían vivos un año después (2 de 4 documentos; 2 ventana(s) anual(es)).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61 a 90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13.653,31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35,40 %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Migración observada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4.832,98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 19.133,01 en este tramo, 6.772,67 seguían vivos un año después (2 de 2 documentos; 2 ventana(s) anual(es)).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91 a 180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Migración observada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 18.224,27 en este tramo, 3.644,85 seguían vivos un año después (2 de 2 documentos; 2 ventana(s) anual(es)).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181 a 360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2.839,34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41,21 %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Migración observada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1.170,01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 70.736,32 en este tramo, 29.148,29 seguían vivos un año después (5 de 5 documentos; 2 ventana(s) anual(es)).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361 a 730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24.950,68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32,13 %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Migración observada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8.015,95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 20.571,80 en este tramo, 6.609,14 seguían vivos un año después (2 de 5 documentos; 2 ventana(s) anual(es)).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Más de 730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6.609,14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Evidencia objetiva del tramo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6.609,14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Pérdida total del remanente: 2 documentos de más de 730 días sin evidencia de recuperación (Sección 11: incumplimiento sostenido).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167.059,86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20.749,02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Por cliente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Cliente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RUC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Documentos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Saldo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Corriente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Vencido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Mora máxima (días)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Tasa ponderada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Pérdida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Evaluación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Vialidad Norte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1090044556001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30.793,99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7.754,65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23.039,34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30,09 %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9.266,58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Antigüedad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Obras Civiles Pacífico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1390066778001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18.254,74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7.119,93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11.134,81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35,97 %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6.566,74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Antigüedad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Hidrosur Cía. Ltda.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0190055667001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37.744,06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29.394,77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8.349,29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7,35 %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2.773,22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Antigüedad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Minera Austral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1790033445001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23.474,16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17.253,71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6.220,45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9,13 %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2.142,47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Antigüedad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Constructora Andina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1790011223001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28.854,13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28.854,13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Colectiva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Agroexport del Litoral Cía. Ltda.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0990022334001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27.938,78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27.938,78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Colectiva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167.059,86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90.377,19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76.682,67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20.749,02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Fiscal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total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167.059,86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corriente (créditos del ejercicio)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90.377,19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 incurrida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20.749,02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del ejercicio anterior (mayor)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14.932,98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Límite anual (% sobre la cartera corriente)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Límite acumulado (% sobre la cartera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16.705,99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fiscal acumulada anterior (estimada)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Margen acumulado 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10.889,95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no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14.029,21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fiscal acumulada al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6.719,81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temporaria acumulada al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14.029,21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Gasto por deterioro de cuentas por cobrar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por deterioro de cuentas incobrables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20.749,02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Provisión de deterioro de cuentas por cobrar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20.749,02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1b · Reversión de la provisión del ejercicio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Provisión de deterioro de cuentas por cobrar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 por reversión de deterioro de cuentas incobrables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Activo por impuesto diferido: reconocimiento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3.507,30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 por impuesto a la renta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3.507,30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Activo por impuesto diferido: reversión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por impuesto a la renta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1.454,02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1.454,02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TRAMO_NO_MEDIBLE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Tramo «1 a 30 días» sin tasa medible (27.938,78): fije la tasa con evidencia.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27.938,78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EVALUACION_INDIVIDUAL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Vialidad Norte S.A.: antigüedad (mora máxima 819 días); evalúe individualmente (11.24).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9.266,58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EVALUACION_INDIVIDUAL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Obras Civiles Pacífico S.A.: antigüedad (mora máxima 971 días); evalúe individualmente (11.24).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6.566,74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EVALUACION_INDIVIDUAL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Hidrosur Cía. Ltda.: antigüedad (mora máxima 451 días); evalúe individualmente (11.24).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2.773,22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EVALUACION_INDIVIDUAL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Minera Austral S.A.: antigüedad (mora máxima 635 días); evalúe individualmente (11.24).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2.142,47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pérdida recalculada (20.749,02) difiere de la provisión registrada según el mayor (5.816,04).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14.932,98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NO_DEDUCIBLE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no deducible del ejercicio: 14.029,21 (límites LRTI).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14.029,21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