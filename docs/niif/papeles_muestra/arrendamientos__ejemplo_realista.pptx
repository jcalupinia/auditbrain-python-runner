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Pasivo por arrendamiento registrado (ma…</c:v>
                </c:pt>
                <c:pt idx="1">
                  <c:v>Pasivo por arrendamiento recalculado</c:v>
                </c:pt>
                <c:pt idx="2">
                  <c:v>Ajuste propuesto al pasivo</c:v>
                </c:pt>
                <c:pt idx="3">
                  <c:v>Pasivo corriente recalculado</c:v>
                </c:pt>
                <c:pt idx="4">
                  <c:v>Pasivo no corriente recalculado</c:v>
                </c:pt>
                <c:pt idx="5">
                  <c:v>Derecho de uso neto recalculado</c:v>
                </c:pt>
                <c:pt idx="6">
                  <c:v>Activo registrado neto</c:v>
                </c:pt>
                <c:pt idx="7">
                  <c:v>Ajuste propuesto al activo</c:v>
                </c:pt>
                <c:pt idx="8">
                  <c:v>Depreciación del ejercicio</c:v>
                </c:pt>
                <c:pt idx="9">
                  <c:v>Interés del ejercicio</c:v>
                </c:pt>
                <c:pt idx="10">
                  <c:v>Deterioro del activo</c:v>
                </c:pt>
                <c:pt idx="11">
                  <c:v>Gasto lineal (exentos / operativos)</c:v>
                </c:pt>
                <c:pt idx="12">
                  <c:v>Gasto del ejercicio por pagos variables…</c:v>
                </c:pt>
                <c:pt idx="13">
                  <c:v>Remedición del pasivo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1594538.08</c:v>
                </c:pt>
                <c:pt idx="1">
                  <c:v>1681758.72</c:v>
                </c:pt>
                <c:pt idx="2">
                  <c:v>87220.64</c:v>
                </c:pt>
                <c:pt idx="3">
                  <c:v>176116.25</c:v>
                </c:pt>
                <c:pt idx="4">
                  <c:v>1505642.47</c:v>
                </c:pt>
                <c:pt idx="5">
                  <c:v>911791.29</c:v>
                </c:pt>
                <c:pt idx="6">
                  <c:v>854318.35</c:v>
                </c:pt>
                <c:pt idx="7">
                  <c:v>57472.94</c:v>
                </c:pt>
                <c:pt idx="8">
                  <c:v>141160.53</c:v>
                </c:pt>
                <c:pt idx="9">
                  <c:v>99136.07</c:v>
                </c:pt>
                <c:pt idx="10">
                  <c:v>21307.75</c:v>
                </c:pt>
                <c:pt idx="11">
                  <c:v>2760.0</c:v>
                </c:pt>
                <c:pt idx="12">
                  <c:v>600.0</c:v>
                </c:pt>
                <c:pt idx="13">
                  <c:v>3247.31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Venta ganancia</c:v>
                </c:pt>
                <c:pt idx="1">
                  <c:v>Activo diferencia (×6)</c:v>
                </c:pt>
                <c:pt idx="2">
                  <c:v>Pasivo diferencia (×5)</c:v>
                </c:pt>
                <c:pt idx="3">
                  <c:v>Deterioro</c:v>
                </c:pt>
                <c:pt idx="4">
                  <c:v>Bajo valor vehiculo</c:v>
                </c:pt>
                <c:pt idx="5">
                  <c:v>Exencion mal aplicada</c:v>
                </c:pt>
                <c:pt idx="6">
                  <c:v>Venta ganancia posterior</c:v>
                </c:pt>
                <c:pt idx="7">
                  <c:v>Otros (4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559644.01</c:v>
                </c:pt>
                <c:pt idx="1">
                  <c:v>100088.45</c:v>
                </c:pt>
                <c:pt idx="2">
                  <c:v>87220.64</c:v>
                </c:pt>
                <c:pt idx="3">
                  <c:v>21307.75</c:v>
                </c:pt>
                <c:pt idx="4">
                  <c:v>20852.15</c:v>
                </c:pt>
                <c:pt idx="5">
                  <c:v>20852.15</c:v>
                </c:pt>
                <c:pt idx="6">
                  <c:v>18500.0</c:v>
                </c:pt>
                <c:pt idx="7">
                  <c:v>14826.45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Arrendamientos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al pasivo:  87220.64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por arrendamiento registrado (mayor)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1.594.538,08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por arrendamiento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1.681.758,72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al pasivo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87.220,64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corriente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176.116,25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no corriente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1.505.642,47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Derecho de uso neto 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911.791,29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registrado neto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854.318,35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al activo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57.472,94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Depreciación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141.160,53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Interés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99.136,07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del activo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21.307,75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lineal (exentos / operativos)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2.760,00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del ejercicio por pagos variables (38 b / 20.11 y 20.15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Remedición del pasivo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3.247,31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C-01: pasivo recalculado 45.562,13 vs registrado 17.000,00.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28.562,13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RENOVACION_NO_INCLUIDA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C-01: la renovación es razonablemente cierta pero el cliente usó 36 meses en vez de 60 (18 a, B37).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CLASIFICACION_CP_LP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C-01: pasivo corriente recalculado 13.502,29 (capital de los próximos 12 meses) vs registrado 17.000,00.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-3.497,71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C-01: derecho de uso recalculado 41.029,02 vs registrado 16.500,00.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24.529,02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C-01: interés del ejercicio recalculado 5.944,38 vs registrado 2.600,00.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3.344,38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CLASIFICACION_CP_LP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C-02: pasivo corriente recalculado 8.264,46 (capital de los próximos 12 meses) vs registrado 10.000,00.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-1.735,54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C-03: pasivo recalculado 20.852,15 vs registrado 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20.852,15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BAJO_VALOR_VEHICULO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C-03: «Vehículo de gerencia» se declaró de bajo valor, pero un automóvil (coche nuevo) no tiene habitualmente escaso valor y no puede calificar como tal (B6); reconozca el arrendamiento (22).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20.852,15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EXENCION_MAL_APLICADA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C-03: se trató como exento pero no es de corto plazo (≤ 12 meses y sin opción de compra) ni de bajo valor (5, B3–B8); debe reconocerse (22).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20.852,15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C-03: derecho de uso recalculado 20.954,69 vs registrado 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20.954,69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BAJO_VALOR_B5_B7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C-04: exención de bajo valor sin evidencia de B5 y B7. Confirme que el arrendatario puede beneficiarse del uso del activo por sí solo o junto con recursos fácilmente disponibles, que el activo no depende en medida apreciable de otros ni está estrechamente interrelacionado con ellos (B5) y que no se subarrienda (B7).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C-07: pasivo recalculado 23.748,00 vs registrado 19.925,16.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3.822,84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MODIFICACION_NO_REMEDIDA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C-07: modificación del 2025-01-01 no remedida por el cliente (39–46); ajuste al pasivo y al derecho de uso.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3.247,31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