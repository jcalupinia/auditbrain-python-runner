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Sheet1!$A$2:$A$15</c:f>
              <c:strCache>
                <c:ptCount val="14"/>
                <c:pt idx="0">
                  <c:v>Intangibles netos auditados</c:v>
                </c:pt>
                <c:pt idx="1">
                  <c:v>Intangibles netos según el mayor</c:v>
                </c:pt>
                <c:pt idx="2">
                  <c:v>Ajuste propuesto (neto)</c:v>
                </c:pt>
                <c:pt idx="3">
                  <c:v>Neto según el auxiliar del cliente</c:v>
                </c:pt>
                <c:pt idx="4">
                  <c:v>Diferencia auxiliar − mayor</c:v>
                </c:pt>
                <c:pt idx="5">
                  <c:v>Investigación / desarrollo no capitaliz…</c:v>
                </c:pt>
                <c:pt idx="6">
                  <c:v>Amortización del año recalculada (métod…</c:v>
                </c:pt>
                <c:pt idx="7">
                  <c:v>Amortización del año auditada (recalcul…</c:v>
                </c:pt>
                <c:pt idx="8">
                  <c:v>Amortización del año registrada</c:v>
                </c:pt>
                <c:pt idx="9">
                  <c:v>Diferencia de amortización</c:v>
                </c:pt>
                <c:pt idx="10">
                  <c:v>Deterioro del año auditado</c:v>
                </c:pt>
                <c:pt idx="11">
                  <c:v>Deterioro del año registrado</c:v>
                </c:pt>
                <c:pt idx="12">
                  <c:v>Reversión de deterioro auditada</c:v>
                </c:pt>
                <c:pt idx="13">
                  <c:v>Reversión de deterioro registrada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549050.0</c:v>
                </c:pt>
                <c:pt idx="1">
                  <c:v>591050.0</c:v>
                </c:pt>
                <c:pt idx="2">
                  <c:v>-42000.0</c:v>
                </c:pt>
                <c:pt idx="3">
                  <c:v>589050.0</c:v>
                </c:pt>
                <c:pt idx="4">
                  <c:v>-2000.0</c:v>
                </c:pt>
                <c:pt idx="5">
                  <c:v>30000.0</c:v>
                </c:pt>
                <c:pt idx="6">
                  <c:v>41950.0</c:v>
                </c:pt>
                <c:pt idx="7">
                  <c:v>66950.0</c:v>
                </c:pt>
                <c:pt idx="8">
                  <c:v>71950.0</c:v>
                </c:pt>
                <c:pt idx="9">
                  <c:v>-5000.0</c:v>
                </c:pt>
                <c:pt idx="10">
                  <c:v>10000.0</c:v>
                </c:pt>
                <c:pt idx="11">
                  <c:v>0.0</c:v>
                </c:pt>
                <c:pt idx="12">
                  <c:v>10000.0</c:v>
                </c:pt>
                <c:pt idx="13">
                  <c:v>15000.0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Ajuste</c:v>
                </c:pt>
                <c:pt idx="1">
                  <c:v>Sin prueba deterioro</c:v>
                </c:pt>
                <c:pt idx="2">
                  <c:v>Sin revision vida</c:v>
                </c:pt>
                <c:pt idx="3">
                  <c:v>Metodo ingresos excepcion</c:v>
                </c:pt>
                <c:pt idx="4">
                  <c:v>Investigacion capitalizada</c:v>
                </c:pt>
                <c:pt idx="5">
                  <c:v>Reversion goodwill</c:v>
                </c:pt>
                <c:pt idx="6">
                  <c:v>Desarrollo no cumple 57</c:v>
                </c:pt>
                <c:pt idx="7">
                  <c:v>Otros (7 tipos)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42000.0</c:v>
                </c:pt>
                <c:pt idx="1">
                  <c:v>30000.0</c:v>
                </c:pt>
                <c:pt idx="2">
                  <c:v>26800.0</c:v>
                </c:pt>
                <c:pt idx="3">
                  <c:v>25000.0</c:v>
                </c:pt>
                <c:pt idx="4">
                  <c:v>18000.0</c:v>
                </c:pt>
                <c:pt idx="5">
                  <c:v>15000.0</c:v>
                </c:pt>
                <c:pt idx="6">
                  <c:v>12000.0</c:v>
                </c:pt>
                <c:pt idx="7">
                  <c:v>36000.0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Activos intangibles y goodwill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Ajuste propuesto (neto):  -42000.00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 y ajuste propuesto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Intangibles netos auditados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549.050,00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Intangibles netos según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591.050,00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propuesto (neto)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-42.000,00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Neto según el auxiliar del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589.050,00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auxiliar −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-2.000,00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Investigación / desarrollo no capitalizable (baja)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Amortización del año recalculada (método lineal)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41.950,00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Amortización del año auditada (recalculada o aceptada)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66.950,00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Amortización del año registrada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71.950,00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de amortización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Deterioro del año auditado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Deterioro del año registrado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Reversión de deterioro auditada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Reversión de deterioro registrada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15.000,00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INVESTIGACION_CAPITALIZADA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Investigación capitalizada en INV-01: 18.000,00 deben ir a gasto del ejercicio en que se incurrieron (NIC 38.54; PYMES 18.14).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DESARROLLO_NO_CUMPLE_57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Desarrollo capitalizado sin cumplir los criterios de NIC 38.57 en DES-02: baja 12.000,00 (NIC 38.57, 38.68).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SIN_PRUEBA_DETERIORO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Sin prueba de deterioro en DES-03 (goodwill, vida indefinida o aún no disponible para su uso): falta el valor en uso o el valor razonable menos costos de disposición; importe en libros sin probar 30.000,00 (NIC 36.10, 36.90; NIC 38.108).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SIN_REVISION_VIDA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Sin revisión anual de la vida útil y el método en PAT-01 (NIC 38.104; para vida indefinida, 38.109).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26.800,00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METODO_INGRESOS_SIN_JUSTIFICAR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Amortización basada en los ingresos ordinarios sin excepción documentada en CON-01: NIC 38.98A presume que ese método es inapropiado y solo admite dejar de aplicar la presunción en dos circunstancias: (a) que el intangible se exprese como una medida de los ingresos, es decir que el contrato especifique un importe total fijo de ingresos a generar sobre el cual se determina la amortización (NIC 38.98C), o (b) que pueda demostrarse que los ingresos y el consumo de los beneficios económicos del activo están estrechamente correlacionados. La herramienta recalculó por el método lineal (NIC 38.97): efecto en resultados -3.000,00 (amortización recalculada menos registrada). Documente la circunstancia («a» o «b») y el papel que la respalda en la columna de justificación del auxiliar, o corrija el método.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-3.000,00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METODO_INGRESOS_EXCEPCION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Amortización basada en los ingresos con excepción documentada en CON-02 (la circunstancia invocada consta por partida en la cédula 05_Amortizacion): se aceptó la amortización registrada 25.000,00 y la herramienta no la recalcula, porque el auxiliar no informa los ingresos del ejercicio ni el importe total fijo de ingresos del contrato. Revise el papel citado en la justificación y confirme que el contrato fija ese importe total de ingresos (NIC 38.98C) o que la correlación entre los ingresos y el consumo de los beneficios está demostrada (NIC 38.98A).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DIF_AMORTIZACION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La amortización recalculada difiere de la registrada en LIC-01: -2.000,00 (NIC 38.97; PYMES 18.21).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-2.000,00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ACUMULADA_INCONSISTENTE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La amortización acumulada recalculada no es la esperada por la vida transcurrida en SW-03: 1.000,00; revise la vida útil o errores de años anteriores (NIC 8.42; PYMES 10.21).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RESIDUAL_NO_NULO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Valor residual distinto de cero en PAT-01 (8.000,00): se supone nulo salvo compromiso de compra o mercado activo (NIC 38.100; PYMES 18.23).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DETERIORO_NO_RECONOCIDO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Deterioro no reconocido en MAR-01: el importe recuperable es menor que el importe en libros; pérdida 10.000,00 (NIC 36.59; PYMES 27.5).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REVERSION_GOODWILL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Reversión de deterioro de goodwill en GW-01 por 15.000,00: está prohibida (NIC 36.124; PYMES 27.28).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REVERSION_NO_RECONOCIDA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Con indicio de reversión y recuperable mayor que el importe en libros en PAT-01: reversión pendiente 10.000,00, limitada al importe en libros sin deterioro (NIC 36.114, 36.117; PYMES 27.30).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AUXILIAR_MAYOR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El auxiliar (589.050,00) no concilia con el mayor (591.050,00): diferencia -2.000,00.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-2.000,00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Los intangibles netos auditados (549.050,00) difieren del neto según el mayor (591.050,00).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-42.000,00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