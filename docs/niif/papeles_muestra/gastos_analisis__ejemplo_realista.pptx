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Gastos según la sumaria (año actual)</c:v>
                </c:pt>
                <c:pt idx="1">
                  <c:v>Gastos año anterior</c:v>
                </c:pt>
                <c:pt idx="2">
                  <c:v>Gastos del ejercicio no registrados (co…</c:v>
                </c:pt>
                <c:pt idx="3">
                  <c:v>Gastos devengados no registrados</c:v>
                </c:pt>
                <c:pt idx="4">
                  <c:v>Gastos de otro período registrados (cor…</c:v>
                </c:pt>
                <c:pt idx="5">
                  <c:v>Gastos anticipados llevados a resultados</c:v>
                </c:pt>
                <c:pt idx="6">
                  <c:v>Ajuste propuesto al gasto (neto)</c:v>
                </c:pt>
                <c:pt idx="7">
                  <c:v>Gastos no soportados</c:v>
                </c:pt>
                <c:pt idx="8">
                  <c:v>Reclasificaciones entre cuentas</c:v>
                </c:pt>
                <c:pt idx="9">
                  <c:v>Transacciones con partes relacionadas</c:v>
                </c:pt>
                <c:pt idx="10">
                  <c:v>Partes relacionadas no reveladas</c:v>
                </c:pt>
                <c:pt idx="11">
                  <c:v>Partidas inusuales</c:v>
                </c:pt>
                <c:pt idx="12">
                  <c:v>No deducible (referencia tributaria)</c:v>
                </c:pt>
                <c:pt idx="13">
                  <c:v>Diferencia sumaria vs estado de resulta…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1008000.0</c:v>
                </c:pt>
                <c:pt idx="1">
                  <c:v>886000.0</c:v>
                </c:pt>
                <c:pt idx="2">
                  <c:v>4500.0</c:v>
                </c:pt>
                <c:pt idx="3">
                  <c:v>3000.0</c:v>
                </c:pt>
                <c:pt idx="4">
                  <c:v>3000.0</c:v>
                </c:pt>
                <c:pt idx="5">
                  <c:v>11575.8</c:v>
                </c:pt>
                <c:pt idx="6">
                  <c:v>-7075.8</c:v>
                </c:pt>
                <c:pt idx="7">
                  <c:v>18000.0</c:v>
                </c:pt>
                <c:pt idx="8">
                  <c:v>2200.0</c:v>
                </c:pt>
                <c:pt idx="9">
                  <c:v>13200.0</c:v>
                </c:pt>
                <c:pt idx="10">
                  <c:v>3200.0</c:v>
                </c:pt>
                <c:pt idx="11">
                  <c:v>30000.0</c:v>
                </c:pt>
                <c:pt idx="12">
                  <c:v>4000.0</c:v>
                </c:pt>
                <c:pt idx="13">
                  <c:v>3000.0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Naturaleza no revelada</c:v>
                </c:pt>
                <c:pt idx="1">
                  <c:v>Variacion sin explicar (×2)</c:v>
                </c:pt>
                <c:pt idx="2">
                  <c:v>Partida inusual (×2)</c:v>
                </c:pt>
                <c:pt idx="3">
                  <c:v>Gasto no soportado</c:v>
                </c:pt>
                <c:pt idx="4">
                  <c:v>Gasto anticipado en resultados (×2)</c:v>
                </c:pt>
                <c:pt idx="5">
                  <c:v>Partida extraordinaria</c:v>
                </c:pt>
                <c:pt idx="6">
                  <c:v>Corte no registrado</c:v>
                </c:pt>
                <c:pt idx="7">
                  <c:v>Otros (11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53000.0</c:v>
                </c:pt>
                <c:pt idx="1">
                  <c:v>50000.0</c:v>
                </c:pt>
                <c:pt idx="2">
                  <c:v>30000.0</c:v>
                </c:pt>
                <c:pt idx="3">
                  <c:v>18000.0</c:v>
                </c:pt>
                <c:pt idx="4">
                  <c:v>11575.8</c:v>
                </c:pt>
                <c:pt idx="5">
                  <c:v>8000.0</c:v>
                </c:pt>
                <c:pt idx="6">
                  <c:v>4500.0</c:v>
                </c:pt>
                <c:pt idx="7">
                  <c:v>26800.0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Gastos · análisis global, verificación del soporte, corte, devengo, clasificación y partes relacionadas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al gasto (neto):  -7075.80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Gastos según la sumaria (año actual)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1.008.000,00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Gastos año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886.000,00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Gastos del ejercicio no registrados (corte)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Gastos devengados no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Gastos de otro período registrados (corte)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Gastos anticipados llevados a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11.575,80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al gasto (neto)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-7.075,80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Gastos no soportados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Reclasificaciones entre cuentas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Transacciones con partes relacionadas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Partes relacionadas no reveladas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Partes relacionadas marcadas como no incluidas en la nota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Partidas inusuales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Gastos del período no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(cuentas de la muestra)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Gastos acumulados por pagar (pasivo)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Gastos pagados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Gastos pagados por anticipado (activo)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11.575,80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(cuentas de la muestra)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11.575,80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Gastos de otro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Cuentas por pagar / anticipos (según el caso)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(cuentas de la muestra)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4 · Reclasificación FC-110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5302 (Gastos de ventas)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2.200,00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5201 (Gastos de administración)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2.200,00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VARIACION_SIN_EXPLICAR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5201 Sueldos y beneficios administración: variación sobre el umbral sin explicación (30.000,00). Obtenga y corrobore la explicación (NIA 520 párr. 7).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VARIACION_SIN_EXPLICAR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5301 Publicidad: variación sobre el umbral sin explicación (20.000,00). Obtenga y corrobore la explicación (NIA 520 párr. 7).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PARTIDA_EXTRAORDINARIA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5601 Pérdida por siniestro (Gastos extraordinarios): presentada como «extraordinaria»; prohibido por la NIC 1 párr. 87. Presente la partida por su naturaleza o función y, si es material, revélela por separado.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NATURALEZA_NO_REVELADA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 cuentas sin naturaleza del gasto: 5202, 5601. Con el método por función la NIC 1 párr. 104 exige información por naturaleza (incluidas amortización y retribuciones a los empleados).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DIF_CONCILIACION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sumaria (1.008.000,00) no concilia con el estado de resultados (1.005.000,00): diferencia 3.000,00.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GASTO_NO_SOPORTADO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FC-102 Medios Creativos S.A.: gasto registrado sin soporte (NIA 500).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DATO_VOUCHING_FALTANTE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transacción(es) sin resultado de la verificación del soporte: FC-114. Complete la columna «Tiene soporte».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CORTE_NO_REGISTRADO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FC-104 Consultores Delta: documento del ejercicio registrado después del corte (gasto y pasivo no registrados).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CORTE_OTRO_PERIODO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FC-105 Comisionistas Unidos: documento posterior al corte registrado en el ejercicio (gasto de otro período; NIC 1 párr. 27–28).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GASTO_ANTICIPADO_EN_RESULTADOS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FC-103 Aseguradora Sur: 181 de 365 días del servicio son posteriores al corte; 3.620,00 es gasto pagado por anticipado, no gasto del período (NIC 1 párr. 27–28).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3.620,00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DEVENGADO_NO_REGISTRADO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FC-106 Inmobiliaria Norte: servicio del período (31 de 31 días) registrado después del corte; 3.000,00 de gasto por devengar no registrado.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GASTO_ANTICIPADO_EN_RESULTADOS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FC-107 Radio Andina: 120 de 181 días del servicio son posteriores al corte; 7.955,80 es gasto pagado por anticipado, no gasto del período (NIC 1 párr. 27–28).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7.955,80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CLASIFICACION_INCORRECTA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FC-110 Taller Mecánico Ruta: registrado en 5201 (Gastos de administración); corresponde a 5302 (Gastos de ventas).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2.200,00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