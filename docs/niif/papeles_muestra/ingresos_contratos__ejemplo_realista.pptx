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Ingreso reconocible del año (líneas med…</c:v>
                </c:pt>
                <c:pt idx="1">
                  <c:v>Ingreso registrado en el año (anexo)</c:v>
                </c:pt>
                <c:pt idx="2">
                  <c:v>Ingresos según el mayor</c:v>
                </c:pt>
                <c:pt idx="3">
                  <c:v>Ajuste propuesto a ingresos</c:v>
                </c:pt>
                <c:pt idx="4">
                  <c:v>Corte: registrado antes de la transfere…</c:v>
                </c:pt>
                <c:pt idx="5">
                  <c:v>Corte: transferido sin registrar en el…</c:v>
                </c:pt>
                <c:pt idx="6">
                  <c:v>Componente de financiación a separar</c:v>
                </c:pt>
                <c:pt idx="7">
                  <c:v>Activo del contrato requerido</c:v>
                </c:pt>
                <c:pt idx="8">
                  <c:v>Activo del contrato registrado</c:v>
                </c:pt>
                <c:pt idx="9">
                  <c:v>Activo del contrato: diferencia</c:v>
                </c:pt>
                <c:pt idx="10">
                  <c:v>Pasivo del contrato (ingreso diferido)…</c:v>
                </c:pt>
                <c:pt idx="11">
                  <c:v>Pasivo del contrato (ingreso diferido):…</c:v>
                </c:pt>
                <c:pt idx="12">
                  <c:v>Diferencias de asignación (absolutas)</c:v>
                </c:pt>
                <c:pt idx="13">
                  <c:v>Variable incluida sin cumplir la restri…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544546.67</c:v>
                </c:pt>
                <c:pt idx="1">
                  <c:v>668166.67</c:v>
                </c:pt>
                <c:pt idx="2">
                  <c:v>670000.0</c:v>
                </c:pt>
                <c:pt idx="3">
                  <c:v>-114620.0</c:v>
                </c:pt>
                <c:pt idx="4">
                  <c:v>30000.0</c:v>
                </c:pt>
                <c:pt idx="5">
                  <c:v>12000.0</c:v>
                </c:pt>
                <c:pt idx="6">
                  <c:v>21000.0</c:v>
                </c:pt>
                <c:pt idx="7">
                  <c:v>43666.67</c:v>
                </c:pt>
                <c:pt idx="8">
                  <c:v>20000.0</c:v>
                </c:pt>
                <c:pt idx="9">
                  <c:v>23666.67</c:v>
                </c:pt>
                <c:pt idx="10">
                  <c:v>67000.0</c:v>
                </c:pt>
                <c:pt idx="11">
                  <c:v>67000.0</c:v>
                </c:pt>
                <c:pt idx="12">
                  <c:v>20000.0</c:v>
                </c:pt>
                <c:pt idx="13">
                  <c:v>51000.0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Ajuste ingresos</c:v>
                </c:pt>
                <c:pt idx="1">
                  <c:v>Pasivo contrato no presentado</c:v>
                </c:pt>
                <c:pt idx="2">
                  <c:v>Variable sin restriccion (×2)</c:v>
                </c:pt>
                <c:pt idx="3">
                  <c:v>Error corte (×2)</c:v>
                </c:pt>
                <c:pt idx="4">
                  <c:v>Avance mal calculado</c:v>
                </c:pt>
                <c:pt idx="5">
                  <c:v>Activo contrato no presentado</c:v>
                </c:pt>
                <c:pt idx="6">
                  <c:v>Financiacion no separada</c:v>
                </c:pt>
                <c:pt idx="7">
                  <c:v>Otros (7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114620.0</c:v>
                </c:pt>
                <c:pt idx="1">
                  <c:v>67000.0</c:v>
                </c:pt>
                <c:pt idx="2">
                  <c:v>51000.0</c:v>
                </c:pt>
                <c:pt idx="3">
                  <c:v>42000.0</c:v>
                </c:pt>
                <c:pt idx="4">
                  <c:v>25000.0</c:v>
                </c:pt>
                <c:pt idx="5">
                  <c:v>23666.67</c:v>
                </c:pt>
                <c:pt idx="6">
                  <c:v>21000.0</c:v>
                </c:pt>
                <c:pt idx="7">
                  <c:v>58333.33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Ingresos · contratos con clientes (existencia, precio, asignación, satisfacción, corte y devoluciones)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 a ingresos:  -114620.00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 (14 conceptos de mayor importe; el resto en la tabla)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Ingreso reconocible del año (líneas medidas)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544.546,67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Ingreso registrado en el año (anexo)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668.166,67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Ingresos según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670.000,00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anexo −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-1.833,33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 a ingresos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-114.620,00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Corte: registrado antes de la transferencia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Corte: transferido sin registrar en 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Componente de financiación a separar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21.000,00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Interés devengado al 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4.894,58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 por reembolso (devoluciones esperadas)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2.120,00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 por el derecho a recuperar los productos (contra el costo de ventas)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Notas de crédito posteriores no provisionadas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 del contrato requerido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43.666,67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Asientos propuestos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Asiento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Cuenta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Debe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Haber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1 · Menor ingreso reconocible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Ingresos de actividades ordinarias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114.620,00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Activo del contrato / Pasivo del contrato (ingreso diferido) / pasivo por reembolso / cuentas por cobrar (ver 07 y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114.620,00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2 · Interés devengado del componente de financiación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Cuentas por cobrar (costo amortizado)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4.894,58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Ingresos financieros por intereses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4.894,58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3 · Activo por el derecho a recuperar los productos (devoluciones esperadas)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Activo por derecho a recuperar productos (inventario)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1.200,00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Costo de ventas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1.200,00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SIN_CONTRATO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C-06-1 (C-06): ingreso registrado sin contrato válido; no procede reconocerlo (NIIF 15 9, 15-16).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CONTRATO_SIN_EVIDENCIA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línea(s) sin evidencia del contrato informada (C-08-1): obtenga el contrato o la orden aprobada (NIIF 15 9, 15-16).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ASIGNACION_INCORRECTA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C-01-1: asignado por precio independiente relativo 80.000,00 frente a 90.000,00 del cliente (NIIF 15 73-80).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ASIGNACION_INCORRECTA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C-01-2: asignado por precio independiente relativo 20.000,00 frente a 10.000,00 del cliente (NIIF 15 73-80).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AVANCE_MAL_CALCULADO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C-02-1: avance del cliente 50,00 % frente a 45,00 % recalculado con costos (NIIF 15 39-45, B18-B19).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VARIABLE_SIN_RESTRICCION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C-02-1: contraprestación variable incluida por el cliente sin cumplir la restricción (NIIF 15 53, 56-57).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ERROR_CORTE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C-03-1: ingreso registrado en el ejercicio y control transferido después del corte (NIIF 15 31, 38).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DEVOLUCIONES_NO_PROVISIONADAS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C-04-1: notas de crédito posteriores al cierre superan el pasivo por reembolso estimado (NIIF 15 B20-B27 (pasivo por reembolso B21 b; activo por el derecho a recuperar los productos B21 c y B25); NIA 560).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ERROR_CORTE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C-07-1: control transferido en el ejercicio e ingreso registrado después del corte (NIIF 15 31, 38).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PSI_FALTANTE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C-09-1: sin precio de venta independiente en un contrato de 2 obligaciones; se usó el precio del contrato (NIIF 15 73-80).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ACTIVO_DEVOLUCION_SIN_COSTO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C-09-1: con devoluciones esperadas del 2,00 % falta el costo de los bienes vendidos: el activo por el derecho a recuperar los productos y su ajuste al costo de ventas quedan vacíos (NIIF 15 B20-B27 (pasivo por reembolso B21 b; activo por el derecho a recuperar los productos B21 c y B25)).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MODIFICACION_SIN_TRATAMIENTO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C-09-1: modificación sin tratamiento documentado (contrato separado, prospectivo o acumulativo; NIIF 15 18-21).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PERDIDA_ESPERADA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C-10-1: costos totales estimados superan el precio asignado; reconozca la pérdida esperada (NIC 37 66-69).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