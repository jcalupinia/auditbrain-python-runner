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Cartera al corte (nominal)</c:v>
                </c:pt>
                <c:pt idx="1">
                  <c:v>Cartera a costo amortizado</c:v>
                </c:pt>
                <c:pt idx="2">
                  <c:v>Pérdida crediticia esperada requerida</c:v>
                </c:pt>
                <c:pt idx="3">
                  <c:v>Deterioro registrado (mayor)</c:v>
                </c:pt>
                <c:pt idx="4">
                  <c:v>Ajuste de deterioro propuesto</c:v>
                </c:pt>
                <c:pt idx="5">
                  <c:v>Intereses implícitos por devengar</c:v>
                </c:pt>
                <c:pt idx="6">
                  <c:v>Intereses por devengar registrados</c:v>
                </c:pt>
                <c:pt idx="7">
                  <c:v>Ajuste por financiación implícita</c:v>
                </c:pt>
                <c:pt idx="8">
                  <c:v>Ventas registradas antes del despacho</c:v>
                </c:pt>
                <c:pt idx="9">
                  <c:v>Ventas despachadas sin registrar en el…</c:v>
                </c:pt>
                <c:pt idx="10">
                  <c:v>Cartera vencida sin cobro posterior</c:v>
                </c:pt>
                <c:pt idx="11">
                  <c:v>Diferencias de circularización (absolut…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67000.0</c:v>
                </c:pt>
                <c:pt idx="1">
                  <c:v>64337.95</c:v>
                </c:pt>
                <c:pt idx="2">
                  <c:v>6143.38</c:v>
                </c:pt>
                <c:pt idx="3">
                  <c:v>2000.0</c:v>
                </c:pt>
                <c:pt idx="4">
                  <c:v>4143.38</c:v>
                </c:pt>
                <c:pt idx="5">
                  <c:v>2662.05</c:v>
                </c:pt>
                <c:pt idx="6">
                  <c:v>0.0</c:v>
                </c:pt>
                <c:pt idx="7">
                  <c:v>2662.05</c:v>
                </c:pt>
                <c:pt idx="8">
                  <c:v>8000.0</c:v>
                </c:pt>
                <c:pt idx="9">
                  <c:v>0.0</c:v>
                </c:pt>
                <c:pt idx="10">
                  <c:v>18000.0</c:v>
                </c:pt>
                <c:pt idx="11">
                  <c:v>500.0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Vencida sin cobro</c:v>
                </c:pt>
                <c:pt idx="1">
                  <c:v>Error corte</c:v>
                </c:pt>
                <c:pt idx="2">
                  <c:v>Cobro no posterior</c:v>
                </c:pt>
                <c:pt idx="3">
                  <c:v>Deterioro insuficiente</c:v>
                </c:pt>
                <c:pt idx="4">
                  <c:v>Financiacion no reconocida</c:v>
                </c:pt>
                <c:pt idx="5">
                  <c:v>Dif circularizacion</c:v>
                </c:pt>
                <c:pt idx="6">
                  <c:v>Saldos negativos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18000.0</c:v>
                </c:pt>
                <c:pt idx="1">
                  <c:v>8000.0</c:v>
                </c:pt>
                <c:pt idx="2">
                  <c:v>6000.0</c:v>
                </c:pt>
                <c:pt idx="3">
                  <c:v>4143.38</c:v>
                </c:pt>
                <c:pt idx="4">
                  <c:v>2662.05</c:v>
                </c:pt>
                <c:pt idx="5">
                  <c:v>500.0</c:v>
                </c:pt>
                <c:pt idx="6">
                  <c:v>500.0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Cuentas por cobrar y deterioro · cartera, cobros, circularización y costo amortizado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de deterioro propuesto:  4143.38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al corte (nominal)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67.000,00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a costo amortizado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64.337,95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crediticia esperada requerida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6.143,38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registrado (mayor)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de deterioro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4.143,38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 implícitos por devengar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2.662,05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 por devengar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por financiación implícita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2.662,05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Ventas registradas antes del despacho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Ventas despachadas sin registrar en 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Cartera vencida sin cobro 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de circularización (absolutas)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Matriz de deterioro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Tramo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Facturas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Costo amortizado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Tasa del tramo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Deterioro requerido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Tasa promedio aplicada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Corriente / por vencer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36.837,95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373,38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1,01 %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a 30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390,00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31 a 60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61 a 90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91 a 180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181 a 360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Más de 360 días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100,00 %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100,00 %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64.337,95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6.143,38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Deterioro faltante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Gasto por pérdidas crediticias esperadas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4.143,38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Deterioro de cuentas por cobrar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4.143,38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Componente de financiación no reconocido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de actividades ordinarias (componente de financiación)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3.471,07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(-) Intereses implícitos por devengar (cartera)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2.662,05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financieros por intereses devengados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809,02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Reverso de ventas no despachadas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Ingresos de actividades ordinarias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Cuentas por cobrar comerciales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VENCIDA_SIN_COBRO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 factura(s) vencidas al corte sin cobro posterior suficiente: 18.000,00. Evalúe su recuperabilidad y la tasa aplicada (NIA 540, NIA 560).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COBRO_NO_POSTERIOR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F-009: el cobro informado no tiene fecha posterior al corte; no se toma como cobro posterior.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DIF_CIRCULARIZACION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confirmación(es) con diferencia contra libros: F-004 -500,00. Investigue y concilie (NIA 505 párr. 14).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ERROR_CORTE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F-002: venta registrada en el ejercicio y despachada después del corte (NIIF 15 31 y 38).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FINANCIACION_NO_RECONOCIDA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Intereses implícitos por devengar 2.662,05 frente a 0,00 registrados (dato del mayor no informado): cartera de plazo largo medida por su nominal (NIIF 9 5.1.1 y B5.1.1; NIIF 15 60–63; PYMES 11.13).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2.662,05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SALDOS_NEGATIVOS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Saldos acreedores en la cartera -500,00 (anticipos o notas de crédito): evalúe su reclasificación al pasivo.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DETERIORO_INSUFICIENTE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pérdida crediticia esperada requerida (6.143,38) supera el deterioro registrado (2.000,00).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4.143,38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