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Proveedores según auxiliar (nominal)</c:v>
                </c:pt>
                <c:pt idx="1">
                  <c:v>Saldo según el mayor</c:v>
                </c:pt>
                <c:pt idx="2">
                  <c:v>Pasivos no registrados</c:v>
                </c:pt>
                <c:pt idx="3">
                  <c:v>Compras registradas antes de la recepci…</c:v>
                </c:pt>
                <c:pt idx="4">
                  <c:v>Diferencias de confirmación (absolutas)</c:v>
                </c:pt>
                <c:pt idx="5">
                  <c:v>Pagos posteriores mayores al saldo</c:v>
                </c:pt>
                <c:pt idx="6">
                  <c:v>Intereses implícitos por devengar</c:v>
                </c:pt>
                <c:pt idx="7">
                  <c:v>Ajuste por financiación implícita</c:v>
                </c:pt>
                <c:pt idx="8">
                  <c:v>Saldos deudores a reclasificar al activo</c:v>
                </c:pt>
                <c:pt idx="9">
                  <c:v>Saldo de proveedores auditado</c:v>
                </c:pt>
                <c:pt idx="10">
                  <c:v>Ajuste neto propuesto a proveedores</c:v>
                </c:pt>
                <c:pt idx="11">
                  <c:v>Porción no corriente requerida</c:v>
                </c:pt>
                <c:pt idx="12">
                  <c:v>Reclasificación a no corriente</c:v>
                </c:pt>
                <c:pt idx="13">
                  <c:v>Saldos con partes relacionadas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80300.0</c:v>
                </c:pt>
                <c:pt idx="1">
                  <c:v>80000.0</c:v>
                </c:pt>
                <c:pt idx="2">
                  <c:v>9000.0</c:v>
                </c:pt>
                <c:pt idx="3">
                  <c:v>7000.0</c:v>
                </c:pt>
                <c:pt idx="4">
                  <c:v>1200.0</c:v>
                </c:pt>
                <c:pt idx="5">
                  <c:v>500.0</c:v>
                </c:pt>
                <c:pt idx="6">
                  <c:v>3221.08</c:v>
                </c:pt>
                <c:pt idx="7">
                  <c:v>3221.08</c:v>
                </c:pt>
                <c:pt idx="8">
                  <c:v>1800.0</c:v>
                </c:pt>
                <c:pt idx="9">
                  <c:v>80878.92</c:v>
                </c:pt>
                <c:pt idx="10">
                  <c:v>578.92</c:v>
                </c:pt>
                <c:pt idx="11">
                  <c:v>20978.92</c:v>
                </c:pt>
                <c:pt idx="12">
                  <c:v>20978.92</c:v>
                </c:pt>
                <c:pt idx="13">
                  <c:v>10000.0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No corriente como corriente</c:v>
                </c:pt>
                <c:pt idx="1">
                  <c:v>Pasivo no registrado</c:v>
                </c:pt>
                <c:pt idx="2">
                  <c:v>Pago no posterior</c:v>
                </c:pt>
                <c:pt idx="3">
                  <c:v>Moneda extranjera</c:v>
                </c:pt>
                <c:pt idx="4">
                  <c:v>Error corte compras</c:v>
                </c:pt>
                <c:pt idx="5">
                  <c:v>Financiacion no reconocida</c:v>
                </c:pt>
                <c:pt idx="6">
                  <c:v>Saldos deudores</c:v>
                </c:pt>
                <c:pt idx="7">
                  <c:v>Otros (4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20978.92</c:v>
                </c:pt>
                <c:pt idx="1">
                  <c:v>9000.0</c:v>
                </c:pt>
                <c:pt idx="2">
                  <c:v>9000.0</c:v>
                </c:pt>
                <c:pt idx="3">
                  <c:v>9000.0</c:v>
                </c:pt>
                <c:pt idx="4">
                  <c:v>7000.0</c:v>
                </c:pt>
                <c:pt idx="5">
                  <c:v>3221.08</c:v>
                </c:pt>
                <c:pt idx="6">
                  <c:v>1800.0</c:v>
                </c:pt>
                <c:pt idx="7">
                  <c:v>2600.0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Proveedores y cuentas por pagar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neto propuesto a proveedores:  578.92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 (14 conceptos de mayor importe; el resto en la tabla)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Proveedores según auxiliar (nominal)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80.300,00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Saldo según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auxiliar −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Pasivos no registrados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Compras registradas antes de la recepción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Diferencias de confirmación (absolutas)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Pagos posteriores mayores al saldo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Intereses implícitos por devengar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3.221,08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Intereses por devengar registrados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por financiación implícita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3.221,08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Saldos deudores a reclasificar al activo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Saldo de proveedores auditado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80.878,92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neto propuesto a proveedores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578,92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Asientos propuestos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Asiento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Cuenta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Debe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Haber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· Pasivos no registrados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Inventarios / costos y gastos (bienes y servicios recibidos al corte)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Proveedores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2 · Compras registradas antes de la recepción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Proveedores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Inventarios / costos y gastos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 · Financiación implícita no reconocida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(-) Intereses implícitos por devengar (proveedores)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3.221,08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financiero por intereses devengados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978,92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 o gasto de la compra (componente de financiación)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4 · Saldos deudores a anticipos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Anticipos a proveedores (activo)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1.800,00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Proveedores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5 · Reclasificación corriente / no corriente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Proveedores corrientes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20.978,92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Proveedores no corrientes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20.978,92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PASIVO_NO_REGISTRADO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 pago(s) o factura(s) posteriores al corte con recepción del bien o servicio hasta el corte y sin registrar: 9.000,00. El pasivo existía al cierre (NIIF 9 3.1.1 y B3.1.2 b) / PYMES 11.12; NIA 500).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DIF_CONFIRMACION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confirmación(es) con diferencia contra libros: P-003 1.200,00. Un saldo confirmado mayor al registrado sugiere pasivo omitido; investigue y concilie (NIA 505).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ERROR_CORTE_COMPRAS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P-002: compra registrada al corte con recepción del bien o servicio el 2026-01-06 (posterior al corte): el pasivo aún no existía.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PAGO_MAYOR_SALDO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P-004: pago posterior 3.500,00 mayor al saldo registrado 3.000,00: posible pasivo subestimado; obtenga la factura que respalda la diferencia.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PAGO_NO_POSTERIOR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P-009: el pago informado no tiene fecha posterior al corte; si se pagó antes del cierre, el saldo no debería seguir en el auxiliar (NIIF 9 3.3.1).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FINANCIACION_NO_RECONOCIDA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Intereses implícitos por devengar 3.221,08 frente a 0,00 registrados (dato del mayor no informado): proveedores a plazo largo medidos por su nominal (NIIF 9 5.1.1, B5.1.1; NIIF 9 4.2.1, 5.3.1 y Apéndice A).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3.221,08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NO_CORRIENTE_COMO_CORRIENTE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Porción que vence después de 12,00 meses 20.978,92 frente a 0,00 presentado como no corriente: reclasificar (NIC 1 69–70 (NIIF 18 párr. 101 y B96 desde 2027)).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20.978,92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SALDOS_DEUDORES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saldo(s) deudor(es) dentro de proveedores (anticipos o notas de crédito) por 1.800,00: reclasificar al activo. Un anticipo por bienes o servicios no es un activo financiero: la prohibición de compensarlo con el pasivo es NIC 1.32; la NIC 32.42 (derecho legal exigible e intención de liquidar por el neto) solo alcanza a los activos y pasivos financieros, como las notas de crédito.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VENCIDO_MAS_360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saldo(s) vencido(s) hace más de 360 días por 600,00: confirme que la obligación sigue vigente o si se extinguió o prescribió (NIIF 9 3.3.1).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MONEDA_EXTRANJERA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saldo(s) en moneda extranjera (EUR): verifique la conversión al tipo de cambio de cierre (NIC 21 23 a)).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DIF_MAYOR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 auxiliar (80.300,00) no concilia con el mayor (80.000,00): diferencia 300,00.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